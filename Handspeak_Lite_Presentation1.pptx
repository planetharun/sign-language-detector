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0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70" r:id="rId15"/>
    <p:sldId id="266" r:id="rId16"/>
    <p:sldId id="267" r:id="rId17"/>
    <p:sldId id="268" r:id="rId18"/>
    <p:sldId id="269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951941-C806-4380-9E40-3CD5D76FD6DA}" v="3" dt="2025-11-26T17:58:50.4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DB66087-B4FF-4A50-8BF8-FE97738FA8B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B2E10DC0-E7E7-4488-A9B6-5E31ED8A0A86}">
      <dgm:prSet/>
      <dgm:spPr/>
      <dgm:t>
        <a:bodyPr/>
        <a:lstStyle/>
        <a:p>
          <a:r>
            <a:rPr lang="en-US"/>
            <a:t>• American Sign Language (ASL) is essential for the deaf and hard-of-hearing community.</a:t>
          </a:r>
        </a:p>
      </dgm:t>
    </dgm:pt>
    <dgm:pt modelId="{4B5DB4DA-808A-4E76-8038-21BE075B6259}" type="parTrans" cxnId="{50312AF3-5CBD-4AAF-99CC-B2A22384EF25}">
      <dgm:prSet/>
      <dgm:spPr/>
      <dgm:t>
        <a:bodyPr/>
        <a:lstStyle/>
        <a:p>
          <a:endParaRPr lang="en-US"/>
        </a:p>
      </dgm:t>
    </dgm:pt>
    <dgm:pt modelId="{1E4632C6-154C-49D7-8C05-2CEB784B4788}" type="sibTrans" cxnId="{50312AF3-5CBD-4AAF-99CC-B2A22384EF25}">
      <dgm:prSet/>
      <dgm:spPr/>
      <dgm:t>
        <a:bodyPr/>
        <a:lstStyle/>
        <a:p>
          <a:endParaRPr lang="en-US"/>
        </a:p>
      </dgm:t>
    </dgm:pt>
    <dgm:pt modelId="{EAEA5C98-4B54-442C-B869-AB7BB27770E6}">
      <dgm:prSet/>
      <dgm:spPr/>
      <dgm:t>
        <a:bodyPr/>
        <a:lstStyle/>
        <a:p>
          <a:r>
            <a:rPr lang="en-US"/>
            <a:t>• Existing ASL recognition systems are often resource-heavy or limited to specific gestures.</a:t>
          </a:r>
        </a:p>
      </dgm:t>
    </dgm:pt>
    <dgm:pt modelId="{FA8ACCCE-4320-4323-81F5-BB72712EEDA1}" type="parTrans" cxnId="{66D1B95F-64B8-4BF0-8367-1DF7EA0994E6}">
      <dgm:prSet/>
      <dgm:spPr/>
      <dgm:t>
        <a:bodyPr/>
        <a:lstStyle/>
        <a:p>
          <a:endParaRPr lang="en-US"/>
        </a:p>
      </dgm:t>
    </dgm:pt>
    <dgm:pt modelId="{E7B39E12-262F-4436-82BE-C70FC6513630}" type="sibTrans" cxnId="{66D1B95F-64B8-4BF0-8367-1DF7EA0994E6}">
      <dgm:prSet/>
      <dgm:spPr/>
      <dgm:t>
        <a:bodyPr/>
        <a:lstStyle/>
        <a:p>
          <a:endParaRPr lang="en-US"/>
        </a:p>
      </dgm:t>
    </dgm:pt>
    <dgm:pt modelId="{8667EC53-3C61-49FD-98D0-60C2D05324CA}">
      <dgm:prSet/>
      <dgm:spPr/>
      <dgm:t>
        <a:bodyPr/>
        <a:lstStyle/>
        <a:p>
          <a:r>
            <a:rPr lang="en-US"/>
            <a:t>• Goal: Build a lightweight, real-time ASL recognition tool using standard webcams.</a:t>
          </a:r>
        </a:p>
      </dgm:t>
    </dgm:pt>
    <dgm:pt modelId="{59113E1A-BC65-4E9C-B450-AAF90D5A16A2}" type="parTrans" cxnId="{B92D0E09-D98F-42CA-9D1F-20B8EDB65B9B}">
      <dgm:prSet/>
      <dgm:spPr/>
      <dgm:t>
        <a:bodyPr/>
        <a:lstStyle/>
        <a:p>
          <a:endParaRPr lang="en-US"/>
        </a:p>
      </dgm:t>
    </dgm:pt>
    <dgm:pt modelId="{44984DC9-53BB-4A43-B71D-B68C38522D21}" type="sibTrans" cxnId="{B92D0E09-D98F-42CA-9D1F-20B8EDB65B9B}">
      <dgm:prSet/>
      <dgm:spPr/>
      <dgm:t>
        <a:bodyPr/>
        <a:lstStyle/>
        <a:p>
          <a:endParaRPr lang="en-US"/>
        </a:p>
      </dgm:t>
    </dgm:pt>
    <dgm:pt modelId="{CA692ACA-0A01-4D39-955A-4B93D016D174}" type="pres">
      <dgm:prSet presAssocID="{DDB66087-B4FF-4A50-8BF8-FE97738FA8B3}" presName="root" presStyleCnt="0">
        <dgm:presLayoutVars>
          <dgm:dir/>
          <dgm:resizeHandles val="exact"/>
        </dgm:presLayoutVars>
      </dgm:prSet>
      <dgm:spPr/>
    </dgm:pt>
    <dgm:pt modelId="{A1987DAE-472E-4285-9367-18A5F6AAD0C4}" type="pres">
      <dgm:prSet presAssocID="{B2E10DC0-E7E7-4488-A9B6-5E31ED8A0A86}" presName="compNode" presStyleCnt="0"/>
      <dgm:spPr/>
    </dgm:pt>
    <dgm:pt modelId="{5029EA89-0738-40D3-80F8-CCDA4B287F69}" type="pres">
      <dgm:prSet presAssocID="{B2E10DC0-E7E7-4488-A9B6-5E31ED8A0A86}" presName="bgRect" presStyleLbl="bgShp" presStyleIdx="0" presStyleCnt="3"/>
      <dgm:spPr/>
    </dgm:pt>
    <dgm:pt modelId="{3AC80488-3E26-4C94-B5D6-BEC3176F44D8}" type="pres">
      <dgm:prSet presAssocID="{B2E10DC0-E7E7-4488-A9B6-5E31ED8A0A8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af"/>
        </a:ext>
      </dgm:extLst>
    </dgm:pt>
    <dgm:pt modelId="{0ED087CE-1EF5-418C-8E66-61E7B1476E4C}" type="pres">
      <dgm:prSet presAssocID="{B2E10DC0-E7E7-4488-A9B6-5E31ED8A0A86}" presName="spaceRect" presStyleCnt="0"/>
      <dgm:spPr/>
    </dgm:pt>
    <dgm:pt modelId="{008AA7EB-8402-488C-98C3-CDF5758A295F}" type="pres">
      <dgm:prSet presAssocID="{B2E10DC0-E7E7-4488-A9B6-5E31ED8A0A86}" presName="parTx" presStyleLbl="revTx" presStyleIdx="0" presStyleCnt="3">
        <dgm:presLayoutVars>
          <dgm:chMax val="0"/>
          <dgm:chPref val="0"/>
        </dgm:presLayoutVars>
      </dgm:prSet>
      <dgm:spPr/>
    </dgm:pt>
    <dgm:pt modelId="{1C83CC02-0966-43F3-AC2D-D2D61F2156DF}" type="pres">
      <dgm:prSet presAssocID="{1E4632C6-154C-49D7-8C05-2CEB784B4788}" presName="sibTrans" presStyleCnt="0"/>
      <dgm:spPr/>
    </dgm:pt>
    <dgm:pt modelId="{3236731B-254E-4BA9-B142-2E7E68DC8D13}" type="pres">
      <dgm:prSet presAssocID="{EAEA5C98-4B54-442C-B869-AB7BB27770E6}" presName="compNode" presStyleCnt="0"/>
      <dgm:spPr/>
    </dgm:pt>
    <dgm:pt modelId="{2B0252E7-7077-4197-B8E0-648CFB75B944}" type="pres">
      <dgm:prSet presAssocID="{EAEA5C98-4B54-442C-B869-AB7BB27770E6}" presName="bgRect" presStyleLbl="bgShp" presStyleIdx="1" presStyleCnt="3"/>
      <dgm:spPr/>
    </dgm:pt>
    <dgm:pt modelId="{AC38674A-7AC3-4621-9B54-AFDB2F9BDC8B}" type="pres">
      <dgm:prSet presAssocID="{EAEA5C98-4B54-442C-B869-AB7BB27770E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fused Person"/>
        </a:ext>
      </dgm:extLst>
    </dgm:pt>
    <dgm:pt modelId="{448CF863-C9AC-4325-8F78-495548348883}" type="pres">
      <dgm:prSet presAssocID="{EAEA5C98-4B54-442C-B869-AB7BB27770E6}" presName="spaceRect" presStyleCnt="0"/>
      <dgm:spPr/>
    </dgm:pt>
    <dgm:pt modelId="{2A9ACF3E-EB66-4ABD-A2A0-B94970F2BA50}" type="pres">
      <dgm:prSet presAssocID="{EAEA5C98-4B54-442C-B869-AB7BB27770E6}" presName="parTx" presStyleLbl="revTx" presStyleIdx="1" presStyleCnt="3">
        <dgm:presLayoutVars>
          <dgm:chMax val="0"/>
          <dgm:chPref val="0"/>
        </dgm:presLayoutVars>
      </dgm:prSet>
      <dgm:spPr/>
    </dgm:pt>
    <dgm:pt modelId="{AE295157-FB87-4020-B2BA-D63DE402C8D1}" type="pres">
      <dgm:prSet presAssocID="{E7B39E12-262F-4436-82BE-C70FC6513630}" presName="sibTrans" presStyleCnt="0"/>
      <dgm:spPr/>
    </dgm:pt>
    <dgm:pt modelId="{BB5F53C2-1931-4CEC-AC6F-70B2B4E3D3AB}" type="pres">
      <dgm:prSet presAssocID="{8667EC53-3C61-49FD-98D0-60C2D05324CA}" presName="compNode" presStyleCnt="0"/>
      <dgm:spPr/>
    </dgm:pt>
    <dgm:pt modelId="{50B44760-274F-4B6B-8C68-DEA7880767B9}" type="pres">
      <dgm:prSet presAssocID="{8667EC53-3C61-49FD-98D0-60C2D05324CA}" presName="bgRect" presStyleLbl="bgShp" presStyleIdx="2" presStyleCnt="3"/>
      <dgm:spPr/>
    </dgm:pt>
    <dgm:pt modelId="{83D9D7F3-23B2-46B6-9C92-0004C5D9BDF8}" type="pres">
      <dgm:prSet presAssocID="{8667EC53-3C61-49FD-98D0-60C2D05324C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cam"/>
        </a:ext>
      </dgm:extLst>
    </dgm:pt>
    <dgm:pt modelId="{B3C24806-086C-4430-B606-1F928A0363CD}" type="pres">
      <dgm:prSet presAssocID="{8667EC53-3C61-49FD-98D0-60C2D05324CA}" presName="spaceRect" presStyleCnt="0"/>
      <dgm:spPr/>
    </dgm:pt>
    <dgm:pt modelId="{F8830EF3-3184-4D7B-88A5-555144298B6C}" type="pres">
      <dgm:prSet presAssocID="{8667EC53-3C61-49FD-98D0-60C2D05324CA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BE2D1D05-F0D5-4F6A-8D30-C82727E4B58D}" type="presOf" srcId="{DDB66087-B4FF-4A50-8BF8-FE97738FA8B3}" destId="{CA692ACA-0A01-4D39-955A-4B93D016D174}" srcOrd="0" destOrd="0" presId="urn:microsoft.com/office/officeart/2018/2/layout/IconVerticalSolidList"/>
    <dgm:cxn modelId="{B92D0E09-D98F-42CA-9D1F-20B8EDB65B9B}" srcId="{DDB66087-B4FF-4A50-8BF8-FE97738FA8B3}" destId="{8667EC53-3C61-49FD-98D0-60C2D05324CA}" srcOrd="2" destOrd="0" parTransId="{59113E1A-BC65-4E9C-B450-AAF90D5A16A2}" sibTransId="{44984DC9-53BB-4A43-B71D-B68C38522D21}"/>
    <dgm:cxn modelId="{741B8F13-59D3-4745-B7B8-A79AF670B629}" type="presOf" srcId="{EAEA5C98-4B54-442C-B869-AB7BB27770E6}" destId="{2A9ACF3E-EB66-4ABD-A2A0-B94970F2BA50}" srcOrd="0" destOrd="0" presId="urn:microsoft.com/office/officeart/2018/2/layout/IconVerticalSolidList"/>
    <dgm:cxn modelId="{8488591C-13F6-4664-9D14-590928CCAB78}" type="presOf" srcId="{8667EC53-3C61-49FD-98D0-60C2D05324CA}" destId="{F8830EF3-3184-4D7B-88A5-555144298B6C}" srcOrd="0" destOrd="0" presId="urn:microsoft.com/office/officeart/2018/2/layout/IconVerticalSolidList"/>
    <dgm:cxn modelId="{66D1B95F-64B8-4BF0-8367-1DF7EA0994E6}" srcId="{DDB66087-B4FF-4A50-8BF8-FE97738FA8B3}" destId="{EAEA5C98-4B54-442C-B869-AB7BB27770E6}" srcOrd="1" destOrd="0" parTransId="{FA8ACCCE-4320-4323-81F5-BB72712EEDA1}" sibTransId="{E7B39E12-262F-4436-82BE-C70FC6513630}"/>
    <dgm:cxn modelId="{6F653AF0-FFCC-49AB-8C44-059CE30B5675}" type="presOf" srcId="{B2E10DC0-E7E7-4488-A9B6-5E31ED8A0A86}" destId="{008AA7EB-8402-488C-98C3-CDF5758A295F}" srcOrd="0" destOrd="0" presId="urn:microsoft.com/office/officeart/2018/2/layout/IconVerticalSolidList"/>
    <dgm:cxn modelId="{50312AF3-5CBD-4AAF-99CC-B2A22384EF25}" srcId="{DDB66087-B4FF-4A50-8BF8-FE97738FA8B3}" destId="{B2E10DC0-E7E7-4488-A9B6-5E31ED8A0A86}" srcOrd="0" destOrd="0" parTransId="{4B5DB4DA-808A-4E76-8038-21BE075B6259}" sibTransId="{1E4632C6-154C-49D7-8C05-2CEB784B4788}"/>
    <dgm:cxn modelId="{CD849306-002D-417A-B687-DC3D7570D74A}" type="presParOf" srcId="{CA692ACA-0A01-4D39-955A-4B93D016D174}" destId="{A1987DAE-472E-4285-9367-18A5F6AAD0C4}" srcOrd="0" destOrd="0" presId="urn:microsoft.com/office/officeart/2018/2/layout/IconVerticalSolidList"/>
    <dgm:cxn modelId="{B7EDADA1-06C1-4755-81D9-5BAAABB2125D}" type="presParOf" srcId="{A1987DAE-472E-4285-9367-18A5F6AAD0C4}" destId="{5029EA89-0738-40D3-80F8-CCDA4B287F69}" srcOrd="0" destOrd="0" presId="urn:microsoft.com/office/officeart/2018/2/layout/IconVerticalSolidList"/>
    <dgm:cxn modelId="{B00EC2AE-F8DF-4FBD-B96A-AC56E19E2CA8}" type="presParOf" srcId="{A1987DAE-472E-4285-9367-18A5F6AAD0C4}" destId="{3AC80488-3E26-4C94-B5D6-BEC3176F44D8}" srcOrd="1" destOrd="0" presId="urn:microsoft.com/office/officeart/2018/2/layout/IconVerticalSolidList"/>
    <dgm:cxn modelId="{C32051E9-D159-489E-B34D-400059AD00D9}" type="presParOf" srcId="{A1987DAE-472E-4285-9367-18A5F6AAD0C4}" destId="{0ED087CE-1EF5-418C-8E66-61E7B1476E4C}" srcOrd="2" destOrd="0" presId="urn:microsoft.com/office/officeart/2018/2/layout/IconVerticalSolidList"/>
    <dgm:cxn modelId="{0BCF9BD0-FC16-4D02-B29A-AC6A0C6552C4}" type="presParOf" srcId="{A1987DAE-472E-4285-9367-18A5F6AAD0C4}" destId="{008AA7EB-8402-488C-98C3-CDF5758A295F}" srcOrd="3" destOrd="0" presId="urn:microsoft.com/office/officeart/2018/2/layout/IconVerticalSolidList"/>
    <dgm:cxn modelId="{987A6635-BFD2-4437-BD9D-37713BB5F6EA}" type="presParOf" srcId="{CA692ACA-0A01-4D39-955A-4B93D016D174}" destId="{1C83CC02-0966-43F3-AC2D-D2D61F2156DF}" srcOrd="1" destOrd="0" presId="urn:microsoft.com/office/officeart/2018/2/layout/IconVerticalSolidList"/>
    <dgm:cxn modelId="{5A9407E7-B848-4F7A-9775-CA4B428C8E83}" type="presParOf" srcId="{CA692ACA-0A01-4D39-955A-4B93D016D174}" destId="{3236731B-254E-4BA9-B142-2E7E68DC8D13}" srcOrd="2" destOrd="0" presId="urn:microsoft.com/office/officeart/2018/2/layout/IconVerticalSolidList"/>
    <dgm:cxn modelId="{A3EFC016-6BDB-46DA-977B-EB6B919511B1}" type="presParOf" srcId="{3236731B-254E-4BA9-B142-2E7E68DC8D13}" destId="{2B0252E7-7077-4197-B8E0-648CFB75B944}" srcOrd="0" destOrd="0" presId="urn:microsoft.com/office/officeart/2018/2/layout/IconVerticalSolidList"/>
    <dgm:cxn modelId="{31576DB0-2C2A-4B09-AAC7-2496177E4318}" type="presParOf" srcId="{3236731B-254E-4BA9-B142-2E7E68DC8D13}" destId="{AC38674A-7AC3-4621-9B54-AFDB2F9BDC8B}" srcOrd="1" destOrd="0" presId="urn:microsoft.com/office/officeart/2018/2/layout/IconVerticalSolidList"/>
    <dgm:cxn modelId="{A7BC730B-1AA3-4AF5-9F97-08E3F29B25B5}" type="presParOf" srcId="{3236731B-254E-4BA9-B142-2E7E68DC8D13}" destId="{448CF863-C9AC-4325-8F78-495548348883}" srcOrd="2" destOrd="0" presId="urn:microsoft.com/office/officeart/2018/2/layout/IconVerticalSolidList"/>
    <dgm:cxn modelId="{1272CF70-CD4A-4ADC-BE3F-2638F4CC2AA7}" type="presParOf" srcId="{3236731B-254E-4BA9-B142-2E7E68DC8D13}" destId="{2A9ACF3E-EB66-4ABD-A2A0-B94970F2BA50}" srcOrd="3" destOrd="0" presId="urn:microsoft.com/office/officeart/2018/2/layout/IconVerticalSolidList"/>
    <dgm:cxn modelId="{075F24E6-FCA4-46DB-BCBC-BD9B3AFCFF1D}" type="presParOf" srcId="{CA692ACA-0A01-4D39-955A-4B93D016D174}" destId="{AE295157-FB87-4020-B2BA-D63DE402C8D1}" srcOrd="3" destOrd="0" presId="urn:microsoft.com/office/officeart/2018/2/layout/IconVerticalSolidList"/>
    <dgm:cxn modelId="{F288FD80-CCDD-49B6-A94E-AB41601902CB}" type="presParOf" srcId="{CA692ACA-0A01-4D39-955A-4B93D016D174}" destId="{BB5F53C2-1931-4CEC-AC6F-70B2B4E3D3AB}" srcOrd="4" destOrd="0" presId="urn:microsoft.com/office/officeart/2018/2/layout/IconVerticalSolidList"/>
    <dgm:cxn modelId="{4F398B0B-A6F8-4201-A7D2-9B52558BCBE1}" type="presParOf" srcId="{BB5F53C2-1931-4CEC-AC6F-70B2B4E3D3AB}" destId="{50B44760-274F-4B6B-8C68-DEA7880767B9}" srcOrd="0" destOrd="0" presId="urn:microsoft.com/office/officeart/2018/2/layout/IconVerticalSolidList"/>
    <dgm:cxn modelId="{035A92A3-C4A3-4C21-BDA4-5E919A5AE427}" type="presParOf" srcId="{BB5F53C2-1931-4CEC-AC6F-70B2B4E3D3AB}" destId="{83D9D7F3-23B2-46B6-9C92-0004C5D9BDF8}" srcOrd="1" destOrd="0" presId="urn:microsoft.com/office/officeart/2018/2/layout/IconVerticalSolidList"/>
    <dgm:cxn modelId="{93A47287-062D-44C4-9747-DF90F332B78D}" type="presParOf" srcId="{BB5F53C2-1931-4CEC-AC6F-70B2B4E3D3AB}" destId="{B3C24806-086C-4430-B606-1F928A0363CD}" srcOrd="2" destOrd="0" presId="urn:microsoft.com/office/officeart/2018/2/layout/IconVerticalSolidList"/>
    <dgm:cxn modelId="{C2FE9F60-AE07-48B8-8466-13C17AB33AD2}" type="presParOf" srcId="{BB5F53C2-1931-4CEC-AC6F-70B2B4E3D3AB}" destId="{F8830EF3-3184-4D7B-88A5-555144298B6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A44B09A-EC3B-4781-A45D-ADA41F123790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34BCCF8-4D1F-48E1-989F-3FEA2F229B18}">
      <dgm:prSet/>
      <dgm:spPr/>
      <dgm:t>
        <a:bodyPr/>
        <a:lstStyle/>
        <a:p>
          <a:r>
            <a:rPr lang="en-US"/>
            <a:t>• ASL consists of static (alphabet) and dynamic (motion) gestures.</a:t>
          </a:r>
        </a:p>
      </dgm:t>
    </dgm:pt>
    <dgm:pt modelId="{D39B1FE9-3E10-4F98-A8E8-BFCFBF37E9B7}" type="parTrans" cxnId="{F259099E-5F50-4855-B69D-B0301D59991B}">
      <dgm:prSet/>
      <dgm:spPr/>
      <dgm:t>
        <a:bodyPr/>
        <a:lstStyle/>
        <a:p>
          <a:endParaRPr lang="en-US"/>
        </a:p>
      </dgm:t>
    </dgm:pt>
    <dgm:pt modelId="{651DB00B-4724-4A63-97D6-9B2A747FC7B9}" type="sibTrans" cxnId="{F259099E-5F50-4855-B69D-B0301D59991B}">
      <dgm:prSet/>
      <dgm:spPr/>
      <dgm:t>
        <a:bodyPr/>
        <a:lstStyle/>
        <a:p>
          <a:endParaRPr lang="en-US"/>
        </a:p>
      </dgm:t>
    </dgm:pt>
    <dgm:pt modelId="{429A8150-DA02-42FA-A71B-E0F3FDFF96CA}">
      <dgm:prSet/>
      <dgm:spPr/>
      <dgm:t>
        <a:bodyPr/>
        <a:lstStyle/>
        <a:p>
          <a:r>
            <a:rPr lang="en-US"/>
            <a:t>• Computer vision can extract hand landmarks for gesture recognition.</a:t>
          </a:r>
        </a:p>
      </dgm:t>
    </dgm:pt>
    <dgm:pt modelId="{39187235-ECA1-4348-97B3-F031504A8614}" type="parTrans" cxnId="{21D3A3B2-7C27-4348-AA84-816CC76364D6}">
      <dgm:prSet/>
      <dgm:spPr/>
      <dgm:t>
        <a:bodyPr/>
        <a:lstStyle/>
        <a:p>
          <a:endParaRPr lang="en-US"/>
        </a:p>
      </dgm:t>
    </dgm:pt>
    <dgm:pt modelId="{54AA17FB-723B-41C7-B7FF-2819EB40EF2B}" type="sibTrans" cxnId="{21D3A3B2-7C27-4348-AA84-816CC76364D6}">
      <dgm:prSet/>
      <dgm:spPr/>
      <dgm:t>
        <a:bodyPr/>
        <a:lstStyle/>
        <a:p>
          <a:endParaRPr lang="en-US"/>
        </a:p>
      </dgm:t>
    </dgm:pt>
    <dgm:pt modelId="{D57D8522-DA57-4870-8B87-24666FF19B94}">
      <dgm:prSet/>
      <dgm:spPr/>
      <dgm:t>
        <a:bodyPr/>
        <a:lstStyle/>
        <a:p>
          <a:r>
            <a:rPr lang="en-US"/>
            <a:t>• Machine learning models can classify hand shapes into ASL letters.</a:t>
          </a:r>
        </a:p>
      </dgm:t>
    </dgm:pt>
    <dgm:pt modelId="{020AC5DF-0DF4-44D6-8BD5-1B2B4029F2E5}" type="parTrans" cxnId="{2FB53278-6E41-4123-B006-080ED2C1F537}">
      <dgm:prSet/>
      <dgm:spPr/>
      <dgm:t>
        <a:bodyPr/>
        <a:lstStyle/>
        <a:p>
          <a:endParaRPr lang="en-US"/>
        </a:p>
      </dgm:t>
    </dgm:pt>
    <dgm:pt modelId="{96E5C161-88FA-4E88-A9D2-46066E35492B}" type="sibTrans" cxnId="{2FB53278-6E41-4123-B006-080ED2C1F537}">
      <dgm:prSet/>
      <dgm:spPr/>
      <dgm:t>
        <a:bodyPr/>
        <a:lstStyle/>
        <a:p>
          <a:endParaRPr lang="en-US"/>
        </a:p>
      </dgm:t>
    </dgm:pt>
    <dgm:pt modelId="{D73AB8A4-C06B-4178-81C5-449DE954C225}" type="pres">
      <dgm:prSet presAssocID="{4A44B09A-EC3B-4781-A45D-ADA41F123790}" presName="diagram" presStyleCnt="0">
        <dgm:presLayoutVars>
          <dgm:dir/>
          <dgm:resizeHandles val="exact"/>
        </dgm:presLayoutVars>
      </dgm:prSet>
      <dgm:spPr/>
    </dgm:pt>
    <dgm:pt modelId="{9BC7384A-DE07-4CC6-A212-3E230864E96C}" type="pres">
      <dgm:prSet presAssocID="{D34BCCF8-4D1F-48E1-989F-3FEA2F229B18}" presName="node" presStyleLbl="node1" presStyleIdx="0" presStyleCnt="3">
        <dgm:presLayoutVars>
          <dgm:bulletEnabled val="1"/>
        </dgm:presLayoutVars>
      </dgm:prSet>
      <dgm:spPr/>
    </dgm:pt>
    <dgm:pt modelId="{6306BC9B-F66B-489C-B91C-8C0A951F7F46}" type="pres">
      <dgm:prSet presAssocID="{651DB00B-4724-4A63-97D6-9B2A747FC7B9}" presName="sibTrans" presStyleCnt="0"/>
      <dgm:spPr/>
    </dgm:pt>
    <dgm:pt modelId="{98027EBD-BD14-4C6D-9435-4B1D259C137A}" type="pres">
      <dgm:prSet presAssocID="{429A8150-DA02-42FA-A71B-E0F3FDFF96CA}" presName="node" presStyleLbl="node1" presStyleIdx="1" presStyleCnt="3">
        <dgm:presLayoutVars>
          <dgm:bulletEnabled val="1"/>
        </dgm:presLayoutVars>
      </dgm:prSet>
      <dgm:spPr/>
    </dgm:pt>
    <dgm:pt modelId="{1B9AE1D8-9299-4356-A7A3-213D5EF6FA46}" type="pres">
      <dgm:prSet presAssocID="{54AA17FB-723B-41C7-B7FF-2819EB40EF2B}" presName="sibTrans" presStyleCnt="0"/>
      <dgm:spPr/>
    </dgm:pt>
    <dgm:pt modelId="{B05E9244-C104-411A-99D3-8242186DECD8}" type="pres">
      <dgm:prSet presAssocID="{D57D8522-DA57-4870-8B87-24666FF19B94}" presName="node" presStyleLbl="node1" presStyleIdx="2" presStyleCnt="3">
        <dgm:presLayoutVars>
          <dgm:bulletEnabled val="1"/>
        </dgm:presLayoutVars>
      </dgm:prSet>
      <dgm:spPr/>
    </dgm:pt>
  </dgm:ptLst>
  <dgm:cxnLst>
    <dgm:cxn modelId="{880C7B62-987C-41C7-999C-37D96D28CBF4}" type="presOf" srcId="{D34BCCF8-4D1F-48E1-989F-3FEA2F229B18}" destId="{9BC7384A-DE07-4CC6-A212-3E230864E96C}" srcOrd="0" destOrd="0" presId="urn:microsoft.com/office/officeart/2005/8/layout/default"/>
    <dgm:cxn modelId="{2FB53278-6E41-4123-B006-080ED2C1F537}" srcId="{4A44B09A-EC3B-4781-A45D-ADA41F123790}" destId="{D57D8522-DA57-4870-8B87-24666FF19B94}" srcOrd="2" destOrd="0" parTransId="{020AC5DF-0DF4-44D6-8BD5-1B2B4029F2E5}" sibTransId="{96E5C161-88FA-4E88-A9D2-46066E35492B}"/>
    <dgm:cxn modelId="{0C93DF98-F816-4A32-B1C4-6C46C7E95CD5}" type="presOf" srcId="{429A8150-DA02-42FA-A71B-E0F3FDFF96CA}" destId="{98027EBD-BD14-4C6D-9435-4B1D259C137A}" srcOrd="0" destOrd="0" presId="urn:microsoft.com/office/officeart/2005/8/layout/default"/>
    <dgm:cxn modelId="{F259099E-5F50-4855-B69D-B0301D59991B}" srcId="{4A44B09A-EC3B-4781-A45D-ADA41F123790}" destId="{D34BCCF8-4D1F-48E1-989F-3FEA2F229B18}" srcOrd="0" destOrd="0" parTransId="{D39B1FE9-3E10-4F98-A8E8-BFCFBF37E9B7}" sibTransId="{651DB00B-4724-4A63-97D6-9B2A747FC7B9}"/>
    <dgm:cxn modelId="{21D3A3B2-7C27-4348-AA84-816CC76364D6}" srcId="{4A44B09A-EC3B-4781-A45D-ADA41F123790}" destId="{429A8150-DA02-42FA-A71B-E0F3FDFF96CA}" srcOrd="1" destOrd="0" parTransId="{39187235-ECA1-4348-97B3-F031504A8614}" sibTransId="{54AA17FB-723B-41C7-B7FF-2819EB40EF2B}"/>
    <dgm:cxn modelId="{FA9EF4D2-A0EC-4EA9-BA54-25C174B259A3}" type="presOf" srcId="{4A44B09A-EC3B-4781-A45D-ADA41F123790}" destId="{D73AB8A4-C06B-4178-81C5-449DE954C225}" srcOrd="0" destOrd="0" presId="urn:microsoft.com/office/officeart/2005/8/layout/default"/>
    <dgm:cxn modelId="{81BBAAE0-42AB-4A10-A90D-872A83C88DFA}" type="presOf" srcId="{D57D8522-DA57-4870-8B87-24666FF19B94}" destId="{B05E9244-C104-411A-99D3-8242186DECD8}" srcOrd="0" destOrd="0" presId="urn:microsoft.com/office/officeart/2005/8/layout/default"/>
    <dgm:cxn modelId="{A9CDFAB2-999D-49F6-B9A8-50B1918BB576}" type="presParOf" srcId="{D73AB8A4-C06B-4178-81C5-449DE954C225}" destId="{9BC7384A-DE07-4CC6-A212-3E230864E96C}" srcOrd="0" destOrd="0" presId="urn:microsoft.com/office/officeart/2005/8/layout/default"/>
    <dgm:cxn modelId="{7561DA07-9051-4A97-BB72-7FB852A6CC25}" type="presParOf" srcId="{D73AB8A4-C06B-4178-81C5-449DE954C225}" destId="{6306BC9B-F66B-489C-B91C-8C0A951F7F46}" srcOrd="1" destOrd="0" presId="urn:microsoft.com/office/officeart/2005/8/layout/default"/>
    <dgm:cxn modelId="{92AD9143-1505-4D32-81E6-333DA7E2F292}" type="presParOf" srcId="{D73AB8A4-C06B-4178-81C5-449DE954C225}" destId="{98027EBD-BD14-4C6D-9435-4B1D259C137A}" srcOrd="2" destOrd="0" presId="urn:microsoft.com/office/officeart/2005/8/layout/default"/>
    <dgm:cxn modelId="{CC6D59CE-D0D5-4EDD-B58E-4804BCB013FF}" type="presParOf" srcId="{D73AB8A4-C06B-4178-81C5-449DE954C225}" destId="{1B9AE1D8-9299-4356-A7A3-213D5EF6FA46}" srcOrd="3" destOrd="0" presId="urn:microsoft.com/office/officeart/2005/8/layout/default"/>
    <dgm:cxn modelId="{96E0014C-1619-4F36-A270-6F0F24A2E538}" type="presParOf" srcId="{D73AB8A4-C06B-4178-81C5-449DE954C225}" destId="{B05E9244-C104-411A-99D3-8242186DECD8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712CBF2-E0A1-4F80-A386-489788456584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64FF52D-8FDB-4608-8C94-3218694CAD83}">
      <dgm:prSet/>
      <dgm:spPr/>
      <dgm:t>
        <a:bodyPr/>
        <a:lstStyle/>
        <a:p>
          <a:r>
            <a:rPr lang="en-US"/>
            <a:t>• Communication barriers persist due to lack of accessible ASL tools.</a:t>
          </a:r>
        </a:p>
      </dgm:t>
    </dgm:pt>
    <dgm:pt modelId="{F316B6BA-9E76-446B-9BC2-7C8D9A136E14}" type="parTrans" cxnId="{C4942346-9F83-4DF7-BFBE-B7714A5D4CDB}">
      <dgm:prSet/>
      <dgm:spPr/>
      <dgm:t>
        <a:bodyPr/>
        <a:lstStyle/>
        <a:p>
          <a:endParaRPr lang="en-US"/>
        </a:p>
      </dgm:t>
    </dgm:pt>
    <dgm:pt modelId="{8BF88C1E-A94F-495F-A30F-25EF4DEC4C07}" type="sibTrans" cxnId="{C4942346-9F83-4DF7-BFBE-B7714A5D4CDB}">
      <dgm:prSet/>
      <dgm:spPr/>
      <dgm:t>
        <a:bodyPr/>
        <a:lstStyle/>
        <a:p>
          <a:endParaRPr lang="en-US"/>
        </a:p>
      </dgm:t>
    </dgm:pt>
    <dgm:pt modelId="{089B0F45-1781-40B0-B30E-7BBCA735C919}">
      <dgm:prSet/>
      <dgm:spPr/>
      <dgm:t>
        <a:bodyPr/>
        <a:lstStyle/>
        <a:p>
          <a:r>
            <a:rPr lang="en-US"/>
            <a:t>• Need for a simple, browser-compatible sign recognition demo.</a:t>
          </a:r>
        </a:p>
      </dgm:t>
    </dgm:pt>
    <dgm:pt modelId="{2C44BD93-D076-4320-B02C-E6CA75EC0132}" type="parTrans" cxnId="{EA631805-FC3E-4782-8C71-6F436ED0BFE6}">
      <dgm:prSet/>
      <dgm:spPr/>
      <dgm:t>
        <a:bodyPr/>
        <a:lstStyle/>
        <a:p>
          <a:endParaRPr lang="en-US"/>
        </a:p>
      </dgm:t>
    </dgm:pt>
    <dgm:pt modelId="{E786098C-3379-4B0E-9E5F-BD0DB989CFDF}" type="sibTrans" cxnId="{EA631805-FC3E-4782-8C71-6F436ED0BFE6}">
      <dgm:prSet/>
      <dgm:spPr/>
      <dgm:t>
        <a:bodyPr/>
        <a:lstStyle/>
        <a:p>
          <a:endParaRPr lang="en-US"/>
        </a:p>
      </dgm:t>
    </dgm:pt>
    <dgm:pt modelId="{68B4983A-7C46-4AF1-910F-4A3D3A16E6DE}">
      <dgm:prSet/>
      <dgm:spPr/>
      <dgm:t>
        <a:bodyPr/>
        <a:lstStyle/>
        <a:p>
          <a:r>
            <a:rPr lang="en-US"/>
            <a:t>• Objective: Real-time detection of static ASL alphabet signs using webcam input.</a:t>
          </a:r>
        </a:p>
      </dgm:t>
    </dgm:pt>
    <dgm:pt modelId="{E2B206CE-B846-45EF-ADA0-69C136D95996}" type="parTrans" cxnId="{50C08F61-7CCA-4408-B209-B2D2542B6EFD}">
      <dgm:prSet/>
      <dgm:spPr/>
      <dgm:t>
        <a:bodyPr/>
        <a:lstStyle/>
        <a:p>
          <a:endParaRPr lang="en-US"/>
        </a:p>
      </dgm:t>
    </dgm:pt>
    <dgm:pt modelId="{B51E5005-3955-4EE2-B1E2-D479DC115144}" type="sibTrans" cxnId="{50C08F61-7CCA-4408-B209-B2D2542B6EFD}">
      <dgm:prSet/>
      <dgm:spPr/>
      <dgm:t>
        <a:bodyPr/>
        <a:lstStyle/>
        <a:p>
          <a:endParaRPr lang="en-US"/>
        </a:p>
      </dgm:t>
    </dgm:pt>
    <dgm:pt modelId="{64C4BAEF-DF86-43A9-B151-EC4FE29ECF0F}" type="pres">
      <dgm:prSet presAssocID="{0712CBF2-E0A1-4F80-A386-489788456584}" presName="linear" presStyleCnt="0">
        <dgm:presLayoutVars>
          <dgm:animLvl val="lvl"/>
          <dgm:resizeHandles val="exact"/>
        </dgm:presLayoutVars>
      </dgm:prSet>
      <dgm:spPr/>
    </dgm:pt>
    <dgm:pt modelId="{1AB4BAB8-24DC-437F-B1CC-EA2BDBB43E2E}" type="pres">
      <dgm:prSet presAssocID="{364FF52D-8FDB-4608-8C94-3218694CAD8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61B7459-ED0B-4B90-8970-6DB481E83110}" type="pres">
      <dgm:prSet presAssocID="{8BF88C1E-A94F-495F-A30F-25EF4DEC4C07}" presName="spacer" presStyleCnt="0"/>
      <dgm:spPr/>
    </dgm:pt>
    <dgm:pt modelId="{A06A6907-6371-4645-8FBD-6420DBA64BAA}" type="pres">
      <dgm:prSet presAssocID="{089B0F45-1781-40B0-B30E-7BBCA735C91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286F1A9-E4FC-4CC5-9C4C-E787A65FA61D}" type="pres">
      <dgm:prSet presAssocID="{E786098C-3379-4B0E-9E5F-BD0DB989CFDF}" presName="spacer" presStyleCnt="0"/>
      <dgm:spPr/>
    </dgm:pt>
    <dgm:pt modelId="{2C8DC912-DDBC-487E-BB8E-13BA85CF38F3}" type="pres">
      <dgm:prSet presAssocID="{68B4983A-7C46-4AF1-910F-4A3D3A16E6DE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EA631805-FC3E-4782-8C71-6F436ED0BFE6}" srcId="{0712CBF2-E0A1-4F80-A386-489788456584}" destId="{089B0F45-1781-40B0-B30E-7BBCA735C919}" srcOrd="1" destOrd="0" parTransId="{2C44BD93-D076-4320-B02C-E6CA75EC0132}" sibTransId="{E786098C-3379-4B0E-9E5F-BD0DB989CFDF}"/>
    <dgm:cxn modelId="{50C08F61-7CCA-4408-B209-B2D2542B6EFD}" srcId="{0712CBF2-E0A1-4F80-A386-489788456584}" destId="{68B4983A-7C46-4AF1-910F-4A3D3A16E6DE}" srcOrd="2" destOrd="0" parTransId="{E2B206CE-B846-45EF-ADA0-69C136D95996}" sibTransId="{B51E5005-3955-4EE2-B1E2-D479DC115144}"/>
    <dgm:cxn modelId="{C4942346-9F83-4DF7-BFBE-B7714A5D4CDB}" srcId="{0712CBF2-E0A1-4F80-A386-489788456584}" destId="{364FF52D-8FDB-4608-8C94-3218694CAD83}" srcOrd="0" destOrd="0" parTransId="{F316B6BA-9E76-446B-9BC2-7C8D9A136E14}" sibTransId="{8BF88C1E-A94F-495F-A30F-25EF4DEC4C07}"/>
    <dgm:cxn modelId="{73AB1278-965E-4998-9E73-64B47491AB3F}" type="presOf" srcId="{68B4983A-7C46-4AF1-910F-4A3D3A16E6DE}" destId="{2C8DC912-DDBC-487E-BB8E-13BA85CF38F3}" srcOrd="0" destOrd="0" presId="urn:microsoft.com/office/officeart/2005/8/layout/vList2"/>
    <dgm:cxn modelId="{427C31B4-3D48-48BE-87AA-139652207C9A}" type="presOf" srcId="{364FF52D-8FDB-4608-8C94-3218694CAD83}" destId="{1AB4BAB8-24DC-437F-B1CC-EA2BDBB43E2E}" srcOrd="0" destOrd="0" presId="urn:microsoft.com/office/officeart/2005/8/layout/vList2"/>
    <dgm:cxn modelId="{588424CE-28FE-4D50-BD12-BEECDF9B0937}" type="presOf" srcId="{0712CBF2-E0A1-4F80-A386-489788456584}" destId="{64C4BAEF-DF86-43A9-B151-EC4FE29ECF0F}" srcOrd="0" destOrd="0" presId="urn:microsoft.com/office/officeart/2005/8/layout/vList2"/>
    <dgm:cxn modelId="{64F440E3-1692-458F-B171-2B874B82403A}" type="presOf" srcId="{089B0F45-1781-40B0-B30E-7BBCA735C919}" destId="{A06A6907-6371-4645-8FBD-6420DBA64BAA}" srcOrd="0" destOrd="0" presId="urn:microsoft.com/office/officeart/2005/8/layout/vList2"/>
    <dgm:cxn modelId="{4CC6BD6B-44BA-4053-8657-ACA246826739}" type="presParOf" srcId="{64C4BAEF-DF86-43A9-B151-EC4FE29ECF0F}" destId="{1AB4BAB8-24DC-437F-B1CC-EA2BDBB43E2E}" srcOrd="0" destOrd="0" presId="urn:microsoft.com/office/officeart/2005/8/layout/vList2"/>
    <dgm:cxn modelId="{5D057C79-118C-4F34-9CDB-6F482F3E6A75}" type="presParOf" srcId="{64C4BAEF-DF86-43A9-B151-EC4FE29ECF0F}" destId="{361B7459-ED0B-4B90-8970-6DB481E83110}" srcOrd="1" destOrd="0" presId="urn:microsoft.com/office/officeart/2005/8/layout/vList2"/>
    <dgm:cxn modelId="{91FB5E67-9AA7-4445-A10D-5467733D3CD6}" type="presParOf" srcId="{64C4BAEF-DF86-43A9-B151-EC4FE29ECF0F}" destId="{A06A6907-6371-4645-8FBD-6420DBA64BAA}" srcOrd="2" destOrd="0" presId="urn:microsoft.com/office/officeart/2005/8/layout/vList2"/>
    <dgm:cxn modelId="{6B0C77AD-5FAA-4217-9E5B-B16FA19B57FF}" type="presParOf" srcId="{64C4BAEF-DF86-43A9-B151-EC4FE29ECF0F}" destId="{0286F1A9-E4FC-4CC5-9C4C-E787A65FA61D}" srcOrd="3" destOrd="0" presId="urn:microsoft.com/office/officeart/2005/8/layout/vList2"/>
    <dgm:cxn modelId="{60204F13-315F-49D9-B7D0-DE24F9F03674}" type="presParOf" srcId="{64C4BAEF-DF86-43A9-B151-EC4FE29ECF0F}" destId="{2C8DC912-DDBC-487E-BB8E-13BA85CF38F3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86A4E7D-E694-4580-BE5A-5AC7BDD6CFD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EE0472E4-6453-45C5-8473-20D83EF5DDBE}">
      <dgm:prSet/>
      <dgm:spPr/>
      <dgm:t>
        <a:bodyPr/>
        <a:lstStyle/>
        <a:p>
          <a:r>
            <a:rPr lang="en-US"/>
            <a:t>• Detect and extract hand landmarks from webcam input.</a:t>
          </a:r>
        </a:p>
      </dgm:t>
    </dgm:pt>
    <dgm:pt modelId="{9AA396A7-A222-46CA-89E3-980EED7E5CA6}" type="parTrans" cxnId="{A69C8D63-6C39-4A5B-AB5B-ECD10A4C3296}">
      <dgm:prSet/>
      <dgm:spPr/>
      <dgm:t>
        <a:bodyPr/>
        <a:lstStyle/>
        <a:p>
          <a:endParaRPr lang="en-US"/>
        </a:p>
      </dgm:t>
    </dgm:pt>
    <dgm:pt modelId="{F3C3557C-1B91-433B-B7EA-2667C3FB9738}" type="sibTrans" cxnId="{A69C8D63-6C39-4A5B-AB5B-ECD10A4C3296}">
      <dgm:prSet/>
      <dgm:spPr/>
      <dgm:t>
        <a:bodyPr/>
        <a:lstStyle/>
        <a:p>
          <a:endParaRPr lang="en-US"/>
        </a:p>
      </dgm:t>
    </dgm:pt>
    <dgm:pt modelId="{CBEC0300-27C2-45FE-B202-1C98E08253F6}">
      <dgm:prSet/>
      <dgm:spPr/>
      <dgm:t>
        <a:bodyPr/>
        <a:lstStyle/>
        <a:p>
          <a:r>
            <a:rPr lang="en-US"/>
            <a:t>• Train a model to classify ASL alphabet gestures (A–Z).</a:t>
          </a:r>
        </a:p>
      </dgm:t>
    </dgm:pt>
    <dgm:pt modelId="{03B0665A-667F-4AB1-B0F4-57F82F96EBA7}" type="parTrans" cxnId="{AFB6F433-20D5-4B91-8FDD-5211653E498B}">
      <dgm:prSet/>
      <dgm:spPr/>
      <dgm:t>
        <a:bodyPr/>
        <a:lstStyle/>
        <a:p>
          <a:endParaRPr lang="en-US"/>
        </a:p>
      </dgm:t>
    </dgm:pt>
    <dgm:pt modelId="{56FB0946-A32B-4A2A-B196-5231AE863AA8}" type="sibTrans" cxnId="{AFB6F433-20D5-4B91-8FDD-5211653E498B}">
      <dgm:prSet/>
      <dgm:spPr/>
      <dgm:t>
        <a:bodyPr/>
        <a:lstStyle/>
        <a:p>
          <a:endParaRPr lang="en-US"/>
        </a:p>
      </dgm:t>
    </dgm:pt>
    <dgm:pt modelId="{FB2A1EA9-0160-4BF8-87F3-2C37FB9B15FC}">
      <dgm:prSet/>
      <dgm:spPr/>
      <dgm:t>
        <a:bodyPr/>
        <a:lstStyle/>
        <a:p>
          <a:r>
            <a:rPr lang="en-US"/>
            <a:t>• Develop a real-time application with visual feedback and confidence scores.</a:t>
          </a:r>
        </a:p>
      </dgm:t>
    </dgm:pt>
    <dgm:pt modelId="{07196986-62EF-42A1-9818-B4FD4288FD5F}" type="parTrans" cxnId="{41D15F6A-0E4F-4115-B91A-2DDA47409BA0}">
      <dgm:prSet/>
      <dgm:spPr/>
      <dgm:t>
        <a:bodyPr/>
        <a:lstStyle/>
        <a:p>
          <a:endParaRPr lang="en-US"/>
        </a:p>
      </dgm:t>
    </dgm:pt>
    <dgm:pt modelId="{F213083F-1989-4EA4-BE67-2007F6C86BD9}" type="sibTrans" cxnId="{41D15F6A-0E4F-4115-B91A-2DDA47409BA0}">
      <dgm:prSet/>
      <dgm:spPr/>
      <dgm:t>
        <a:bodyPr/>
        <a:lstStyle/>
        <a:p>
          <a:endParaRPr lang="en-US"/>
        </a:p>
      </dgm:t>
    </dgm:pt>
    <dgm:pt modelId="{7FF76C1B-8BCF-4505-9D55-6C49E82F3924}">
      <dgm:prSet/>
      <dgm:spPr/>
      <dgm:t>
        <a:bodyPr/>
        <a:lstStyle/>
        <a:p>
          <a:r>
            <a:rPr lang="en-US"/>
            <a:t>• Evaluate performance using accuracy and confusion matrix.</a:t>
          </a:r>
        </a:p>
      </dgm:t>
    </dgm:pt>
    <dgm:pt modelId="{10CCC3A6-9911-4C56-9B65-243A3EBED4BF}" type="parTrans" cxnId="{02FFB678-8BAD-4E05-AC61-CE0BFB74E080}">
      <dgm:prSet/>
      <dgm:spPr/>
      <dgm:t>
        <a:bodyPr/>
        <a:lstStyle/>
        <a:p>
          <a:endParaRPr lang="en-US"/>
        </a:p>
      </dgm:t>
    </dgm:pt>
    <dgm:pt modelId="{C8454705-2A08-4DBB-B993-B9F3A6F3014E}" type="sibTrans" cxnId="{02FFB678-8BAD-4E05-AC61-CE0BFB74E080}">
      <dgm:prSet/>
      <dgm:spPr/>
      <dgm:t>
        <a:bodyPr/>
        <a:lstStyle/>
        <a:p>
          <a:endParaRPr lang="en-US"/>
        </a:p>
      </dgm:t>
    </dgm:pt>
    <dgm:pt modelId="{5C02AAA0-12EE-495F-9B6A-06944A133AEE}" type="pres">
      <dgm:prSet presAssocID="{886A4E7D-E694-4580-BE5A-5AC7BDD6CFD6}" presName="root" presStyleCnt="0">
        <dgm:presLayoutVars>
          <dgm:dir/>
          <dgm:resizeHandles val="exact"/>
        </dgm:presLayoutVars>
      </dgm:prSet>
      <dgm:spPr/>
    </dgm:pt>
    <dgm:pt modelId="{408AB84E-C4C0-411F-911A-2D1C59E856D7}" type="pres">
      <dgm:prSet presAssocID="{EE0472E4-6453-45C5-8473-20D83EF5DDBE}" presName="compNode" presStyleCnt="0"/>
      <dgm:spPr/>
    </dgm:pt>
    <dgm:pt modelId="{C3E2D6D4-AF94-4224-B6DD-27EDA838CF67}" type="pres">
      <dgm:prSet presAssocID="{EE0472E4-6453-45C5-8473-20D83EF5DDBE}" presName="bgRect" presStyleLbl="bgShp" presStyleIdx="0" presStyleCnt="4"/>
      <dgm:spPr/>
    </dgm:pt>
    <dgm:pt modelId="{D7E21C49-BD5E-4F13-8814-EBE758855E7D}" type="pres">
      <dgm:prSet presAssocID="{EE0472E4-6453-45C5-8473-20D83EF5DDB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cam"/>
        </a:ext>
      </dgm:extLst>
    </dgm:pt>
    <dgm:pt modelId="{FAABCA36-6B65-42EA-8DA1-602C2C95E0A9}" type="pres">
      <dgm:prSet presAssocID="{EE0472E4-6453-45C5-8473-20D83EF5DDBE}" presName="spaceRect" presStyleCnt="0"/>
      <dgm:spPr/>
    </dgm:pt>
    <dgm:pt modelId="{C70A7952-7C16-4F4A-ADE0-173EFB602C94}" type="pres">
      <dgm:prSet presAssocID="{EE0472E4-6453-45C5-8473-20D83EF5DDBE}" presName="parTx" presStyleLbl="revTx" presStyleIdx="0" presStyleCnt="4">
        <dgm:presLayoutVars>
          <dgm:chMax val="0"/>
          <dgm:chPref val="0"/>
        </dgm:presLayoutVars>
      </dgm:prSet>
      <dgm:spPr/>
    </dgm:pt>
    <dgm:pt modelId="{717F69F9-F97C-4C20-833C-BD0EA950D5AB}" type="pres">
      <dgm:prSet presAssocID="{F3C3557C-1B91-433B-B7EA-2667C3FB9738}" presName="sibTrans" presStyleCnt="0"/>
      <dgm:spPr/>
    </dgm:pt>
    <dgm:pt modelId="{47716B76-8CFB-4D22-B61B-E28B3FD4CFC0}" type="pres">
      <dgm:prSet presAssocID="{CBEC0300-27C2-45FE-B202-1C98E08253F6}" presName="compNode" presStyleCnt="0"/>
      <dgm:spPr/>
    </dgm:pt>
    <dgm:pt modelId="{3509B259-AE46-4B53-9C05-16E30835DFF0}" type="pres">
      <dgm:prSet presAssocID="{CBEC0300-27C2-45FE-B202-1C98E08253F6}" presName="bgRect" presStyleLbl="bgShp" presStyleIdx="1" presStyleCnt="4"/>
      <dgm:spPr/>
    </dgm:pt>
    <dgm:pt modelId="{EBC04D53-50A7-4F09-A67C-2A9E2FB96DFF}" type="pres">
      <dgm:prSet presAssocID="{CBEC0300-27C2-45FE-B202-1C98E08253F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in"/>
        </a:ext>
      </dgm:extLst>
    </dgm:pt>
    <dgm:pt modelId="{2B978447-C04C-496B-8697-1DA3B69FF530}" type="pres">
      <dgm:prSet presAssocID="{CBEC0300-27C2-45FE-B202-1C98E08253F6}" presName="spaceRect" presStyleCnt="0"/>
      <dgm:spPr/>
    </dgm:pt>
    <dgm:pt modelId="{B88A93D4-E10B-46D2-AF7D-1974BCE592F6}" type="pres">
      <dgm:prSet presAssocID="{CBEC0300-27C2-45FE-B202-1C98E08253F6}" presName="parTx" presStyleLbl="revTx" presStyleIdx="1" presStyleCnt="4">
        <dgm:presLayoutVars>
          <dgm:chMax val="0"/>
          <dgm:chPref val="0"/>
        </dgm:presLayoutVars>
      </dgm:prSet>
      <dgm:spPr/>
    </dgm:pt>
    <dgm:pt modelId="{3F6BDDF9-BFA4-4C57-8CFB-8E341C7FE67D}" type="pres">
      <dgm:prSet presAssocID="{56FB0946-A32B-4A2A-B196-5231AE863AA8}" presName="sibTrans" presStyleCnt="0"/>
      <dgm:spPr/>
    </dgm:pt>
    <dgm:pt modelId="{13C85D12-BB5A-440F-A085-4A068F086AE7}" type="pres">
      <dgm:prSet presAssocID="{FB2A1EA9-0160-4BF8-87F3-2C37FB9B15FC}" presName="compNode" presStyleCnt="0"/>
      <dgm:spPr/>
    </dgm:pt>
    <dgm:pt modelId="{4BFC6AC5-603C-4B65-B18C-1E76AACE7C4D}" type="pres">
      <dgm:prSet presAssocID="{FB2A1EA9-0160-4BF8-87F3-2C37FB9B15FC}" presName="bgRect" presStyleLbl="bgShp" presStyleIdx="2" presStyleCnt="4"/>
      <dgm:spPr/>
    </dgm:pt>
    <dgm:pt modelId="{86FA13C7-0C6D-4572-A664-6285E287C6CC}" type="pres">
      <dgm:prSet presAssocID="{FB2A1EA9-0160-4BF8-87F3-2C37FB9B15F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EA61F862-F95A-4EAE-B490-08460521A0D1}" type="pres">
      <dgm:prSet presAssocID="{FB2A1EA9-0160-4BF8-87F3-2C37FB9B15FC}" presName="spaceRect" presStyleCnt="0"/>
      <dgm:spPr/>
    </dgm:pt>
    <dgm:pt modelId="{1868400A-DC53-484E-ACB3-FB2389201F05}" type="pres">
      <dgm:prSet presAssocID="{FB2A1EA9-0160-4BF8-87F3-2C37FB9B15FC}" presName="parTx" presStyleLbl="revTx" presStyleIdx="2" presStyleCnt="4">
        <dgm:presLayoutVars>
          <dgm:chMax val="0"/>
          <dgm:chPref val="0"/>
        </dgm:presLayoutVars>
      </dgm:prSet>
      <dgm:spPr/>
    </dgm:pt>
    <dgm:pt modelId="{11B93E30-4F7E-4ADB-860D-C3F9C50D497D}" type="pres">
      <dgm:prSet presAssocID="{F213083F-1989-4EA4-BE67-2007F6C86BD9}" presName="sibTrans" presStyleCnt="0"/>
      <dgm:spPr/>
    </dgm:pt>
    <dgm:pt modelId="{7E051BB6-E681-457A-A982-F77EF63D1185}" type="pres">
      <dgm:prSet presAssocID="{7FF76C1B-8BCF-4505-9D55-6C49E82F3924}" presName="compNode" presStyleCnt="0"/>
      <dgm:spPr/>
    </dgm:pt>
    <dgm:pt modelId="{CF3B72DE-8495-4644-A3A9-5D46445DD108}" type="pres">
      <dgm:prSet presAssocID="{7FF76C1B-8BCF-4505-9D55-6C49E82F3924}" presName="bgRect" presStyleLbl="bgShp" presStyleIdx="3" presStyleCnt="4"/>
      <dgm:spPr/>
    </dgm:pt>
    <dgm:pt modelId="{ED6B0999-02FA-46B1-BF66-124F106AD942}" type="pres">
      <dgm:prSet presAssocID="{7FF76C1B-8BCF-4505-9D55-6C49E82F392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5DDE735C-D916-4ED1-8870-A9412AF6D6EC}" type="pres">
      <dgm:prSet presAssocID="{7FF76C1B-8BCF-4505-9D55-6C49E82F3924}" presName="spaceRect" presStyleCnt="0"/>
      <dgm:spPr/>
    </dgm:pt>
    <dgm:pt modelId="{70CBA4B7-E19A-4C06-A32F-E3747CF6E3E1}" type="pres">
      <dgm:prSet presAssocID="{7FF76C1B-8BCF-4505-9D55-6C49E82F3924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4224E315-212F-4CFF-992E-5A682F1A1506}" type="presOf" srcId="{886A4E7D-E694-4580-BE5A-5AC7BDD6CFD6}" destId="{5C02AAA0-12EE-495F-9B6A-06944A133AEE}" srcOrd="0" destOrd="0" presId="urn:microsoft.com/office/officeart/2018/2/layout/IconVerticalSolidList"/>
    <dgm:cxn modelId="{00E6F223-8AFD-4947-9D2B-23708B2685AE}" type="presOf" srcId="{FB2A1EA9-0160-4BF8-87F3-2C37FB9B15FC}" destId="{1868400A-DC53-484E-ACB3-FB2389201F05}" srcOrd="0" destOrd="0" presId="urn:microsoft.com/office/officeart/2018/2/layout/IconVerticalSolidList"/>
    <dgm:cxn modelId="{AFB6F433-20D5-4B91-8FDD-5211653E498B}" srcId="{886A4E7D-E694-4580-BE5A-5AC7BDD6CFD6}" destId="{CBEC0300-27C2-45FE-B202-1C98E08253F6}" srcOrd="1" destOrd="0" parTransId="{03B0665A-667F-4AB1-B0F4-57F82F96EBA7}" sibTransId="{56FB0946-A32B-4A2A-B196-5231AE863AA8}"/>
    <dgm:cxn modelId="{A69C8D63-6C39-4A5B-AB5B-ECD10A4C3296}" srcId="{886A4E7D-E694-4580-BE5A-5AC7BDD6CFD6}" destId="{EE0472E4-6453-45C5-8473-20D83EF5DDBE}" srcOrd="0" destOrd="0" parTransId="{9AA396A7-A222-46CA-89E3-980EED7E5CA6}" sibTransId="{F3C3557C-1B91-433B-B7EA-2667C3FB9738}"/>
    <dgm:cxn modelId="{41D15F6A-0E4F-4115-B91A-2DDA47409BA0}" srcId="{886A4E7D-E694-4580-BE5A-5AC7BDD6CFD6}" destId="{FB2A1EA9-0160-4BF8-87F3-2C37FB9B15FC}" srcOrd="2" destOrd="0" parTransId="{07196986-62EF-42A1-9818-B4FD4288FD5F}" sibTransId="{F213083F-1989-4EA4-BE67-2007F6C86BD9}"/>
    <dgm:cxn modelId="{02FFB678-8BAD-4E05-AC61-CE0BFB74E080}" srcId="{886A4E7D-E694-4580-BE5A-5AC7BDD6CFD6}" destId="{7FF76C1B-8BCF-4505-9D55-6C49E82F3924}" srcOrd="3" destOrd="0" parTransId="{10CCC3A6-9911-4C56-9B65-243A3EBED4BF}" sibTransId="{C8454705-2A08-4DBB-B993-B9F3A6F3014E}"/>
    <dgm:cxn modelId="{64724885-CA9F-4BA5-BECC-4F7B3D91AFE0}" type="presOf" srcId="{CBEC0300-27C2-45FE-B202-1C98E08253F6}" destId="{B88A93D4-E10B-46D2-AF7D-1974BCE592F6}" srcOrd="0" destOrd="0" presId="urn:microsoft.com/office/officeart/2018/2/layout/IconVerticalSolidList"/>
    <dgm:cxn modelId="{348BA0A0-D190-4CC1-A278-50EBBB1DEB60}" type="presOf" srcId="{7FF76C1B-8BCF-4505-9D55-6C49E82F3924}" destId="{70CBA4B7-E19A-4C06-A32F-E3747CF6E3E1}" srcOrd="0" destOrd="0" presId="urn:microsoft.com/office/officeart/2018/2/layout/IconVerticalSolidList"/>
    <dgm:cxn modelId="{B2103EFB-8537-4DF9-8E4B-E0C85CD7E27E}" type="presOf" srcId="{EE0472E4-6453-45C5-8473-20D83EF5DDBE}" destId="{C70A7952-7C16-4F4A-ADE0-173EFB602C94}" srcOrd="0" destOrd="0" presId="urn:microsoft.com/office/officeart/2018/2/layout/IconVerticalSolidList"/>
    <dgm:cxn modelId="{78D4B4F0-2E32-439E-B943-F6F0479AF12B}" type="presParOf" srcId="{5C02AAA0-12EE-495F-9B6A-06944A133AEE}" destId="{408AB84E-C4C0-411F-911A-2D1C59E856D7}" srcOrd="0" destOrd="0" presId="urn:microsoft.com/office/officeart/2018/2/layout/IconVerticalSolidList"/>
    <dgm:cxn modelId="{1C97EBD4-C1BE-443D-9488-D0338630444B}" type="presParOf" srcId="{408AB84E-C4C0-411F-911A-2D1C59E856D7}" destId="{C3E2D6D4-AF94-4224-B6DD-27EDA838CF67}" srcOrd="0" destOrd="0" presId="urn:microsoft.com/office/officeart/2018/2/layout/IconVerticalSolidList"/>
    <dgm:cxn modelId="{D3FB2311-360E-4934-BE67-00F16EFF01A9}" type="presParOf" srcId="{408AB84E-C4C0-411F-911A-2D1C59E856D7}" destId="{D7E21C49-BD5E-4F13-8814-EBE758855E7D}" srcOrd="1" destOrd="0" presId="urn:microsoft.com/office/officeart/2018/2/layout/IconVerticalSolidList"/>
    <dgm:cxn modelId="{83501C4D-A175-47E1-A92A-2620CEFD9E84}" type="presParOf" srcId="{408AB84E-C4C0-411F-911A-2D1C59E856D7}" destId="{FAABCA36-6B65-42EA-8DA1-602C2C95E0A9}" srcOrd="2" destOrd="0" presId="urn:microsoft.com/office/officeart/2018/2/layout/IconVerticalSolidList"/>
    <dgm:cxn modelId="{682E0E51-EC93-484B-8F72-0AD6EF0DF450}" type="presParOf" srcId="{408AB84E-C4C0-411F-911A-2D1C59E856D7}" destId="{C70A7952-7C16-4F4A-ADE0-173EFB602C94}" srcOrd="3" destOrd="0" presId="urn:microsoft.com/office/officeart/2018/2/layout/IconVerticalSolidList"/>
    <dgm:cxn modelId="{C69B461E-7B65-4E34-ACB5-38DBDABA6204}" type="presParOf" srcId="{5C02AAA0-12EE-495F-9B6A-06944A133AEE}" destId="{717F69F9-F97C-4C20-833C-BD0EA950D5AB}" srcOrd="1" destOrd="0" presId="urn:microsoft.com/office/officeart/2018/2/layout/IconVerticalSolidList"/>
    <dgm:cxn modelId="{C4FDF6EE-5F6A-4CC4-8B96-8B3D2C6DDD7C}" type="presParOf" srcId="{5C02AAA0-12EE-495F-9B6A-06944A133AEE}" destId="{47716B76-8CFB-4D22-B61B-E28B3FD4CFC0}" srcOrd="2" destOrd="0" presId="urn:microsoft.com/office/officeart/2018/2/layout/IconVerticalSolidList"/>
    <dgm:cxn modelId="{BA1F2E9C-5452-421E-BB2D-596B7F8BCDF7}" type="presParOf" srcId="{47716B76-8CFB-4D22-B61B-E28B3FD4CFC0}" destId="{3509B259-AE46-4B53-9C05-16E30835DFF0}" srcOrd="0" destOrd="0" presId="urn:microsoft.com/office/officeart/2018/2/layout/IconVerticalSolidList"/>
    <dgm:cxn modelId="{F1DAD5ED-EE91-4A1B-8B87-1158CE5B8B22}" type="presParOf" srcId="{47716B76-8CFB-4D22-B61B-E28B3FD4CFC0}" destId="{EBC04D53-50A7-4F09-A67C-2A9E2FB96DFF}" srcOrd="1" destOrd="0" presId="urn:microsoft.com/office/officeart/2018/2/layout/IconVerticalSolidList"/>
    <dgm:cxn modelId="{169B796B-AC59-4D4A-B967-FA2B49C917BC}" type="presParOf" srcId="{47716B76-8CFB-4D22-B61B-E28B3FD4CFC0}" destId="{2B978447-C04C-496B-8697-1DA3B69FF530}" srcOrd="2" destOrd="0" presId="urn:microsoft.com/office/officeart/2018/2/layout/IconVerticalSolidList"/>
    <dgm:cxn modelId="{02335F2F-30BC-4009-9C56-5C9C68F8231E}" type="presParOf" srcId="{47716B76-8CFB-4D22-B61B-E28B3FD4CFC0}" destId="{B88A93D4-E10B-46D2-AF7D-1974BCE592F6}" srcOrd="3" destOrd="0" presId="urn:microsoft.com/office/officeart/2018/2/layout/IconVerticalSolidList"/>
    <dgm:cxn modelId="{46435950-A67C-4B17-BE5F-E7854173930E}" type="presParOf" srcId="{5C02AAA0-12EE-495F-9B6A-06944A133AEE}" destId="{3F6BDDF9-BFA4-4C57-8CFB-8E341C7FE67D}" srcOrd="3" destOrd="0" presId="urn:microsoft.com/office/officeart/2018/2/layout/IconVerticalSolidList"/>
    <dgm:cxn modelId="{9A93C71B-8456-4C2D-B3F6-0E1AB1C3C4D9}" type="presParOf" srcId="{5C02AAA0-12EE-495F-9B6A-06944A133AEE}" destId="{13C85D12-BB5A-440F-A085-4A068F086AE7}" srcOrd="4" destOrd="0" presId="urn:microsoft.com/office/officeart/2018/2/layout/IconVerticalSolidList"/>
    <dgm:cxn modelId="{CD846F47-451D-4763-A6D2-12A9831CC9E2}" type="presParOf" srcId="{13C85D12-BB5A-440F-A085-4A068F086AE7}" destId="{4BFC6AC5-603C-4B65-B18C-1E76AACE7C4D}" srcOrd="0" destOrd="0" presId="urn:microsoft.com/office/officeart/2018/2/layout/IconVerticalSolidList"/>
    <dgm:cxn modelId="{C66D5FC4-25F2-4B63-8ED9-A5C51D8EC122}" type="presParOf" srcId="{13C85D12-BB5A-440F-A085-4A068F086AE7}" destId="{86FA13C7-0C6D-4572-A664-6285E287C6CC}" srcOrd="1" destOrd="0" presId="urn:microsoft.com/office/officeart/2018/2/layout/IconVerticalSolidList"/>
    <dgm:cxn modelId="{9704529B-0A87-4F4A-9796-EE9C48E689FE}" type="presParOf" srcId="{13C85D12-BB5A-440F-A085-4A068F086AE7}" destId="{EA61F862-F95A-4EAE-B490-08460521A0D1}" srcOrd="2" destOrd="0" presId="urn:microsoft.com/office/officeart/2018/2/layout/IconVerticalSolidList"/>
    <dgm:cxn modelId="{9B89B9B4-2983-4438-BA6D-C752B59A4658}" type="presParOf" srcId="{13C85D12-BB5A-440F-A085-4A068F086AE7}" destId="{1868400A-DC53-484E-ACB3-FB2389201F05}" srcOrd="3" destOrd="0" presId="urn:microsoft.com/office/officeart/2018/2/layout/IconVerticalSolidList"/>
    <dgm:cxn modelId="{9CA7AAA0-B4F6-4B87-B3B9-BAADDE413B77}" type="presParOf" srcId="{5C02AAA0-12EE-495F-9B6A-06944A133AEE}" destId="{11B93E30-4F7E-4ADB-860D-C3F9C50D497D}" srcOrd="5" destOrd="0" presId="urn:microsoft.com/office/officeart/2018/2/layout/IconVerticalSolidList"/>
    <dgm:cxn modelId="{D2CF0315-C368-4AFD-80B2-4A29359C31C7}" type="presParOf" srcId="{5C02AAA0-12EE-495F-9B6A-06944A133AEE}" destId="{7E051BB6-E681-457A-A982-F77EF63D1185}" srcOrd="6" destOrd="0" presId="urn:microsoft.com/office/officeart/2018/2/layout/IconVerticalSolidList"/>
    <dgm:cxn modelId="{9BAA41B3-D8F9-49C8-9BEE-069C642F0EFC}" type="presParOf" srcId="{7E051BB6-E681-457A-A982-F77EF63D1185}" destId="{CF3B72DE-8495-4644-A3A9-5D46445DD108}" srcOrd="0" destOrd="0" presId="urn:microsoft.com/office/officeart/2018/2/layout/IconVerticalSolidList"/>
    <dgm:cxn modelId="{A964742A-6820-441A-B61F-E07C04E6FC92}" type="presParOf" srcId="{7E051BB6-E681-457A-A982-F77EF63D1185}" destId="{ED6B0999-02FA-46B1-BF66-124F106AD942}" srcOrd="1" destOrd="0" presId="urn:microsoft.com/office/officeart/2018/2/layout/IconVerticalSolidList"/>
    <dgm:cxn modelId="{043DDE48-3AC8-4AA4-A419-7B7424C0786F}" type="presParOf" srcId="{7E051BB6-E681-457A-A982-F77EF63D1185}" destId="{5DDE735C-D916-4ED1-8870-A9412AF6D6EC}" srcOrd="2" destOrd="0" presId="urn:microsoft.com/office/officeart/2018/2/layout/IconVerticalSolidList"/>
    <dgm:cxn modelId="{A0E8D2A7-5FED-48D1-B93F-7399F375B9DB}" type="presParOf" srcId="{7E051BB6-E681-457A-A982-F77EF63D1185}" destId="{70CBA4B7-E19A-4C06-A32F-E3747CF6E3E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E07E21B-E16B-4956-A40A-95077F215288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48425A3-00D4-4407-8533-749A790A176E}">
      <dgm:prSet/>
      <dgm:spPr/>
      <dgm:t>
        <a:bodyPr/>
        <a:lstStyle/>
        <a:p>
          <a:r>
            <a:rPr lang="en-US"/>
            <a:t>1. Data Collection using MediaPipe Hands.</a:t>
          </a:r>
        </a:p>
      </dgm:t>
    </dgm:pt>
    <dgm:pt modelId="{E95BB9B7-3C4C-48D5-BFA6-B856926E060C}" type="parTrans" cxnId="{E2461405-8E56-47C1-BC81-9EB8E9928DFA}">
      <dgm:prSet/>
      <dgm:spPr/>
      <dgm:t>
        <a:bodyPr/>
        <a:lstStyle/>
        <a:p>
          <a:endParaRPr lang="en-US"/>
        </a:p>
      </dgm:t>
    </dgm:pt>
    <dgm:pt modelId="{5CB84BE6-C174-4E86-9F0D-CCE41BC86B48}" type="sibTrans" cxnId="{E2461405-8E56-47C1-BC81-9EB8E9928DFA}">
      <dgm:prSet/>
      <dgm:spPr/>
      <dgm:t>
        <a:bodyPr/>
        <a:lstStyle/>
        <a:p>
          <a:endParaRPr lang="en-US"/>
        </a:p>
      </dgm:t>
    </dgm:pt>
    <dgm:pt modelId="{C7D985EF-EA75-4110-8040-16FEB045535B}">
      <dgm:prSet/>
      <dgm:spPr/>
      <dgm:t>
        <a:bodyPr/>
        <a:lstStyle/>
        <a:p>
          <a:r>
            <a:rPr lang="en-US"/>
            <a:t>2. Data Preprocessing and Landmark Normalization.</a:t>
          </a:r>
        </a:p>
      </dgm:t>
    </dgm:pt>
    <dgm:pt modelId="{A50292C6-4BD3-422E-8C72-94C67D2148B8}" type="parTrans" cxnId="{87723268-A46C-4C26-B224-038B75829C2C}">
      <dgm:prSet/>
      <dgm:spPr/>
      <dgm:t>
        <a:bodyPr/>
        <a:lstStyle/>
        <a:p>
          <a:endParaRPr lang="en-US"/>
        </a:p>
      </dgm:t>
    </dgm:pt>
    <dgm:pt modelId="{0CC0C95A-6A89-4EDE-ADF5-9375B07622D3}" type="sibTrans" cxnId="{87723268-A46C-4C26-B224-038B75829C2C}">
      <dgm:prSet/>
      <dgm:spPr/>
      <dgm:t>
        <a:bodyPr/>
        <a:lstStyle/>
        <a:p>
          <a:endParaRPr lang="en-US"/>
        </a:p>
      </dgm:t>
    </dgm:pt>
    <dgm:pt modelId="{6B0A5793-5487-412F-8825-665F926F36B6}">
      <dgm:prSet/>
      <dgm:spPr/>
      <dgm:t>
        <a:bodyPr/>
        <a:lstStyle/>
        <a:p>
          <a:r>
            <a:rPr lang="en-US"/>
            <a:t>3. Model Training (Random Forest Classifier).</a:t>
          </a:r>
        </a:p>
      </dgm:t>
    </dgm:pt>
    <dgm:pt modelId="{933B6245-B24E-4652-B8C2-E42227DBE9A1}" type="parTrans" cxnId="{8E20F2B1-B6AD-4D44-8F4B-B0466E117AEE}">
      <dgm:prSet/>
      <dgm:spPr/>
      <dgm:t>
        <a:bodyPr/>
        <a:lstStyle/>
        <a:p>
          <a:endParaRPr lang="en-US"/>
        </a:p>
      </dgm:t>
    </dgm:pt>
    <dgm:pt modelId="{54539338-9D2C-489A-8067-7CC12B0920FC}" type="sibTrans" cxnId="{8E20F2B1-B6AD-4D44-8F4B-B0466E117AEE}">
      <dgm:prSet/>
      <dgm:spPr/>
      <dgm:t>
        <a:bodyPr/>
        <a:lstStyle/>
        <a:p>
          <a:endParaRPr lang="en-US"/>
        </a:p>
      </dgm:t>
    </dgm:pt>
    <dgm:pt modelId="{B1DADF76-1D4B-411C-B2F9-79E9FF42C45A}">
      <dgm:prSet/>
      <dgm:spPr/>
      <dgm:t>
        <a:bodyPr/>
        <a:lstStyle/>
        <a:p>
          <a:r>
            <a:rPr lang="en-US"/>
            <a:t>4. Real-time Detection and Visualization using OpenCV.</a:t>
          </a:r>
        </a:p>
      </dgm:t>
    </dgm:pt>
    <dgm:pt modelId="{448F3D01-014F-4E34-A2E6-B9321C96A468}" type="parTrans" cxnId="{BDDA97BA-0599-4166-B647-A23258B956F6}">
      <dgm:prSet/>
      <dgm:spPr/>
      <dgm:t>
        <a:bodyPr/>
        <a:lstStyle/>
        <a:p>
          <a:endParaRPr lang="en-US"/>
        </a:p>
      </dgm:t>
    </dgm:pt>
    <dgm:pt modelId="{BA33A70A-74F2-447C-B319-4BC3B21459D5}" type="sibTrans" cxnId="{BDDA97BA-0599-4166-B647-A23258B956F6}">
      <dgm:prSet/>
      <dgm:spPr/>
      <dgm:t>
        <a:bodyPr/>
        <a:lstStyle/>
        <a:p>
          <a:endParaRPr lang="en-US"/>
        </a:p>
      </dgm:t>
    </dgm:pt>
    <dgm:pt modelId="{DB161A5E-4959-4375-B18B-DAEC8850D856}">
      <dgm:prSet/>
      <dgm:spPr/>
      <dgm:t>
        <a:bodyPr/>
        <a:lstStyle/>
        <a:p>
          <a:r>
            <a:rPr lang="en-US"/>
            <a:t>5. Evaluation using accuracy and confusion metrics.</a:t>
          </a:r>
        </a:p>
      </dgm:t>
    </dgm:pt>
    <dgm:pt modelId="{9DA95F19-FD47-405D-ABFC-F2BAF8937C36}" type="parTrans" cxnId="{A797045B-3109-4A32-A7FD-2E385838D44D}">
      <dgm:prSet/>
      <dgm:spPr/>
      <dgm:t>
        <a:bodyPr/>
        <a:lstStyle/>
        <a:p>
          <a:endParaRPr lang="en-US"/>
        </a:p>
      </dgm:t>
    </dgm:pt>
    <dgm:pt modelId="{F16B861C-E9D2-41E4-BF48-098F9F267881}" type="sibTrans" cxnId="{A797045B-3109-4A32-A7FD-2E385838D44D}">
      <dgm:prSet/>
      <dgm:spPr/>
      <dgm:t>
        <a:bodyPr/>
        <a:lstStyle/>
        <a:p>
          <a:endParaRPr lang="en-US"/>
        </a:p>
      </dgm:t>
    </dgm:pt>
    <dgm:pt modelId="{1E1070DE-AB22-46B0-8342-089D5257342A}" type="pres">
      <dgm:prSet presAssocID="{6E07E21B-E16B-4956-A40A-95077F215288}" presName="linear" presStyleCnt="0">
        <dgm:presLayoutVars>
          <dgm:animLvl val="lvl"/>
          <dgm:resizeHandles val="exact"/>
        </dgm:presLayoutVars>
      </dgm:prSet>
      <dgm:spPr/>
    </dgm:pt>
    <dgm:pt modelId="{97F49F16-F7F0-40A2-9709-4E3FBFE48574}" type="pres">
      <dgm:prSet presAssocID="{748425A3-00D4-4407-8533-749A790A176E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556AA397-1CA3-498F-8FF0-5634959908C3}" type="pres">
      <dgm:prSet presAssocID="{5CB84BE6-C174-4E86-9F0D-CCE41BC86B48}" presName="spacer" presStyleCnt="0"/>
      <dgm:spPr/>
    </dgm:pt>
    <dgm:pt modelId="{17CA845C-3B51-4670-A640-BF46360BAC8D}" type="pres">
      <dgm:prSet presAssocID="{C7D985EF-EA75-4110-8040-16FEB045535B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D0257A84-5297-4D3D-8DC9-C1F02B9F14A3}" type="pres">
      <dgm:prSet presAssocID="{0CC0C95A-6A89-4EDE-ADF5-9375B07622D3}" presName="spacer" presStyleCnt="0"/>
      <dgm:spPr/>
    </dgm:pt>
    <dgm:pt modelId="{39EE1970-BF02-4BD6-A33B-775EE88C5E71}" type="pres">
      <dgm:prSet presAssocID="{6B0A5793-5487-412F-8825-665F926F36B6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A65B8055-0083-4C94-82B1-5C1BB96B8C70}" type="pres">
      <dgm:prSet presAssocID="{54539338-9D2C-489A-8067-7CC12B0920FC}" presName="spacer" presStyleCnt="0"/>
      <dgm:spPr/>
    </dgm:pt>
    <dgm:pt modelId="{91D1533E-8ABC-4FFC-BDC9-81198DCC0D61}" type="pres">
      <dgm:prSet presAssocID="{B1DADF76-1D4B-411C-B2F9-79E9FF42C45A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39BE640F-59D4-4A78-A8F2-679E8F42AEA2}" type="pres">
      <dgm:prSet presAssocID="{BA33A70A-74F2-447C-B319-4BC3B21459D5}" presName="spacer" presStyleCnt="0"/>
      <dgm:spPr/>
    </dgm:pt>
    <dgm:pt modelId="{FD09C170-38CC-470D-83FD-5CFF7DF78EC0}" type="pres">
      <dgm:prSet presAssocID="{DB161A5E-4959-4375-B18B-DAEC8850D856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E2461405-8E56-47C1-BC81-9EB8E9928DFA}" srcId="{6E07E21B-E16B-4956-A40A-95077F215288}" destId="{748425A3-00D4-4407-8533-749A790A176E}" srcOrd="0" destOrd="0" parTransId="{E95BB9B7-3C4C-48D5-BFA6-B856926E060C}" sibTransId="{5CB84BE6-C174-4E86-9F0D-CCE41BC86B48}"/>
    <dgm:cxn modelId="{F0F89F08-E627-4A3C-9BCA-34F4CF5D4504}" type="presOf" srcId="{748425A3-00D4-4407-8533-749A790A176E}" destId="{97F49F16-F7F0-40A2-9709-4E3FBFE48574}" srcOrd="0" destOrd="0" presId="urn:microsoft.com/office/officeart/2005/8/layout/vList2"/>
    <dgm:cxn modelId="{3660CB12-D8BC-40F4-B51A-6CE8A2054A91}" type="presOf" srcId="{6E07E21B-E16B-4956-A40A-95077F215288}" destId="{1E1070DE-AB22-46B0-8342-089D5257342A}" srcOrd="0" destOrd="0" presId="urn:microsoft.com/office/officeart/2005/8/layout/vList2"/>
    <dgm:cxn modelId="{7CFC001B-32EE-426D-B7FC-17D0A128BCC6}" type="presOf" srcId="{C7D985EF-EA75-4110-8040-16FEB045535B}" destId="{17CA845C-3B51-4670-A640-BF46360BAC8D}" srcOrd="0" destOrd="0" presId="urn:microsoft.com/office/officeart/2005/8/layout/vList2"/>
    <dgm:cxn modelId="{A797045B-3109-4A32-A7FD-2E385838D44D}" srcId="{6E07E21B-E16B-4956-A40A-95077F215288}" destId="{DB161A5E-4959-4375-B18B-DAEC8850D856}" srcOrd="4" destOrd="0" parTransId="{9DA95F19-FD47-405D-ABFC-F2BAF8937C36}" sibTransId="{F16B861C-E9D2-41E4-BF48-098F9F267881}"/>
    <dgm:cxn modelId="{F1D90947-9A84-46A5-A1C9-CC4B5024AD11}" type="presOf" srcId="{B1DADF76-1D4B-411C-B2F9-79E9FF42C45A}" destId="{91D1533E-8ABC-4FFC-BDC9-81198DCC0D61}" srcOrd="0" destOrd="0" presId="urn:microsoft.com/office/officeart/2005/8/layout/vList2"/>
    <dgm:cxn modelId="{87723268-A46C-4C26-B224-038B75829C2C}" srcId="{6E07E21B-E16B-4956-A40A-95077F215288}" destId="{C7D985EF-EA75-4110-8040-16FEB045535B}" srcOrd="1" destOrd="0" parTransId="{A50292C6-4BD3-422E-8C72-94C67D2148B8}" sibTransId="{0CC0C95A-6A89-4EDE-ADF5-9375B07622D3}"/>
    <dgm:cxn modelId="{8E20F2B1-B6AD-4D44-8F4B-B0466E117AEE}" srcId="{6E07E21B-E16B-4956-A40A-95077F215288}" destId="{6B0A5793-5487-412F-8825-665F926F36B6}" srcOrd="2" destOrd="0" parTransId="{933B6245-B24E-4652-B8C2-E42227DBE9A1}" sibTransId="{54539338-9D2C-489A-8067-7CC12B0920FC}"/>
    <dgm:cxn modelId="{8C73A9B8-ED8B-430B-9F56-3C9E35F6B2F2}" type="presOf" srcId="{6B0A5793-5487-412F-8825-665F926F36B6}" destId="{39EE1970-BF02-4BD6-A33B-775EE88C5E71}" srcOrd="0" destOrd="0" presId="urn:microsoft.com/office/officeart/2005/8/layout/vList2"/>
    <dgm:cxn modelId="{BDDA97BA-0599-4166-B647-A23258B956F6}" srcId="{6E07E21B-E16B-4956-A40A-95077F215288}" destId="{B1DADF76-1D4B-411C-B2F9-79E9FF42C45A}" srcOrd="3" destOrd="0" parTransId="{448F3D01-014F-4E34-A2E6-B9321C96A468}" sibTransId="{BA33A70A-74F2-447C-B319-4BC3B21459D5}"/>
    <dgm:cxn modelId="{36E55EBC-26F7-4F3E-8500-6C958C5F8F93}" type="presOf" srcId="{DB161A5E-4959-4375-B18B-DAEC8850D856}" destId="{FD09C170-38CC-470D-83FD-5CFF7DF78EC0}" srcOrd="0" destOrd="0" presId="urn:microsoft.com/office/officeart/2005/8/layout/vList2"/>
    <dgm:cxn modelId="{1B209AD3-931A-4C6D-8C55-C4C429FA2079}" type="presParOf" srcId="{1E1070DE-AB22-46B0-8342-089D5257342A}" destId="{97F49F16-F7F0-40A2-9709-4E3FBFE48574}" srcOrd="0" destOrd="0" presId="urn:microsoft.com/office/officeart/2005/8/layout/vList2"/>
    <dgm:cxn modelId="{A2AEBD16-6A7D-4207-9162-B2FE5C2262B9}" type="presParOf" srcId="{1E1070DE-AB22-46B0-8342-089D5257342A}" destId="{556AA397-1CA3-498F-8FF0-5634959908C3}" srcOrd="1" destOrd="0" presId="urn:microsoft.com/office/officeart/2005/8/layout/vList2"/>
    <dgm:cxn modelId="{6691560A-6D94-4031-B7D0-88BB8E21841E}" type="presParOf" srcId="{1E1070DE-AB22-46B0-8342-089D5257342A}" destId="{17CA845C-3B51-4670-A640-BF46360BAC8D}" srcOrd="2" destOrd="0" presId="urn:microsoft.com/office/officeart/2005/8/layout/vList2"/>
    <dgm:cxn modelId="{43F63B92-813F-4597-8C8D-1889D344C7BD}" type="presParOf" srcId="{1E1070DE-AB22-46B0-8342-089D5257342A}" destId="{D0257A84-5297-4D3D-8DC9-C1F02B9F14A3}" srcOrd="3" destOrd="0" presId="urn:microsoft.com/office/officeart/2005/8/layout/vList2"/>
    <dgm:cxn modelId="{FB9FDFA8-9354-4704-8EB5-49715A532FD6}" type="presParOf" srcId="{1E1070DE-AB22-46B0-8342-089D5257342A}" destId="{39EE1970-BF02-4BD6-A33B-775EE88C5E71}" srcOrd="4" destOrd="0" presId="urn:microsoft.com/office/officeart/2005/8/layout/vList2"/>
    <dgm:cxn modelId="{B96128EB-6022-46F3-B659-0B1C46B52344}" type="presParOf" srcId="{1E1070DE-AB22-46B0-8342-089D5257342A}" destId="{A65B8055-0083-4C94-82B1-5C1BB96B8C70}" srcOrd="5" destOrd="0" presId="urn:microsoft.com/office/officeart/2005/8/layout/vList2"/>
    <dgm:cxn modelId="{E5659C76-F110-4BAC-91C0-7711FC6BABDC}" type="presParOf" srcId="{1E1070DE-AB22-46B0-8342-089D5257342A}" destId="{91D1533E-8ABC-4FFC-BDC9-81198DCC0D61}" srcOrd="6" destOrd="0" presId="urn:microsoft.com/office/officeart/2005/8/layout/vList2"/>
    <dgm:cxn modelId="{2379CEA5-98FC-472C-AF2B-BBCE41E622DF}" type="presParOf" srcId="{1E1070DE-AB22-46B0-8342-089D5257342A}" destId="{39BE640F-59D4-4A78-A8F2-679E8F42AEA2}" srcOrd="7" destOrd="0" presId="urn:microsoft.com/office/officeart/2005/8/layout/vList2"/>
    <dgm:cxn modelId="{6A63AF35-B04F-4E8F-88F3-D5C5DC9AB13F}" type="presParOf" srcId="{1E1070DE-AB22-46B0-8342-089D5257342A}" destId="{FD09C170-38CC-470D-83FD-5CFF7DF78EC0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E524D95-AD41-49FF-AF60-66073C29045E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0FEBE65C-BE59-4289-A75A-8E92BD18357D}">
      <dgm:prSet/>
      <dgm:spPr/>
      <dgm:t>
        <a:bodyPr/>
        <a:lstStyle/>
        <a:p>
          <a:pPr>
            <a:defRPr cap="all"/>
          </a:pPr>
          <a:r>
            <a:rPr lang="en-US"/>
            <a:t>• Used MediaPipe to extract 21 hand landmarks per frame.</a:t>
          </a:r>
        </a:p>
      </dgm:t>
    </dgm:pt>
    <dgm:pt modelId="{88C8D41E-1A39-4934-9E69-E061CA75C218}" type="parTrans" cxnId="{0EB6CFD4-42EA-470E-A1A4-064DD2687E6C}">
      <dgm:prSet/>
      <dgm:spPr/>
      <dgm:t>
        <a:bodyPr/>
        <a:lstStyle/>
        <a:p>
          <a:endParaRPr lang="en-US"/>
        </a:p>
      </dgm:t>
    </dgm:pt>
    <dgm:pt modelId="{A457BE2F-14D1-48CB-9814-F49275D85BF3}" type="sibTrans" cxnId="{0EB6CFD4-42EA-470E-A1A4-064DD2687E6C}">
      <dgm:prSet/>
      <dgm:spPr/>
      <dgm:t>
        <a:bodyPr/>
        <a:lstStyle/>
        <a:p>
          <a:endParaRPr lang="en-US"/>
        </a:p>
      </dgm:t>
    </dgm:pt>
    <dgm:pt modelId="{92DC7EE9-1BE3-47BD-8009-49C69711BFE5}">
      <dgm:prSet/>
      <dgm:spPr/>
      <dgm:t>
        <a:bodyPr/>
        <a:lstStyle/>
        <a:p>
          <a:pPr>
            <a:defRPr cap="all"/>
          </a:pPr>
          <a:r>
            <a:rPr lang="en-US"/>
            <a:t>• Each sample labeled with corresponding ASL letter (A–Z).</a:t>
          </a:r>
        </a:p>
      </dgm:t>
    </dgm:pt>
    <dgm:pt modelId="{0215B73B-6212-474F-875E-E0C071CE2AF1}" type="parTrans" cxnId="{23AF4212-865D-4029-9686-2C0E8065536F}">
      <dgm:prSet/>
      <dgm:spPr/>
      <dgm:t>
        <a:bodyPr/>
        <a:lstStyle/>
        <a:p>
          <a:endParaRPr lang="en-US"/>
        </a:p>
      </dgm:t>
    </dgm:pt>
    <dgm:pt modelId="{7C265D63-A645-4F6D-8C07-F0D31610A252}" type="sibTrans" cxnId="{23AF4212-865D-4029-9686-2C0E8065536F}">
      <dgm:prSet/>
      <dgm:spPr/>
      <dgm:t>
        <a:bodyPr/>
        <a:lstStyle/>
        <a:p>
          <a:endParaRPr lang="en-US"/>
        </a:p>
      </dgm:t>
    </dgm:pt>
    <dgm:pt modelId="{04A37AAB-0756-4D6E-B878-593A0D8D02AA}">
      <dgm:prSet/>
      <dgm:spPr/>
      <dgm:t>
        <a:bodyPr/>
        <a:lstStyle/>
        <a:p>
          <a:pPr>
            <a:defRPr cap="all"/>
          </a:pPr>
          <a:r>
            <a:rPr lang="en-US"/>
            <a:t>• Custom dataset built with ~500 samples per letter for A–J.</a:t>
          </a:r>
        </a:p>
      </dgm:t>
    </dgm:pt>
    <dgm:pt modelId="{6AF6705A-FA4C-47D9-B131-547A63DE5D4E}" type="parTrans" cxnId="{1C6FF6F8-4DB9-49A3-A363-8CA25BAC3FE7}">
      <dgm:prSet/>
      <dgm:spPr/>
      <dgm:t>
        <a:bodyPr/>
        <a:lstStyle/>
        <a:p>
          <a:endParaRPr lang="en-US"/>
        </a:p>
      </dgm:t>
    </dgm:pt>
    <dgm:pt modelId="{1C73D85E-1A78-418E-A29D-B29E81497FC6}" type="sibTrans" cxnId="{1C6FF6F8-4DB9-49A3-A363-8CA25BAC3FE7}">
      <dgm:prSet/>
      <dgm:spPr/>
      <dgm:t>
        <a:bodyPr/>
        <a:lstStyle/>
        <a:p>
          <a:endParaRPr lang="en-US"/>
        </a:p>
      </dgm:t>
    </dgm:pt>
    <dgm:pt modelId="{1E2FDC4D-1277-4DF2-B481-4A749718C562}">
      <dgm:prSet/>
      <dgm:spPr/>
      <dgm:t>
        <a:bodyPr/>
        <a:lstStyle/>
        <a:p>
          <a:pPr>
            <a:defRPr cap="all"/>
          </a:pPr>
          <a:r>
            <a:rPr lang="en-US"/>
            <a:t>• Tools: OpenCV, pandas, mediapipe, numpy.</a:t>
          </a:r>
        </a:p>
      </dgm:t>
    </dgm:pt>
    <dgm:pt modelId="{463C3A60-1A7F-4290-9455-A3B12F0581CA}" type="parTrans" cxnId="{6E565409-4539-41F9-A14F-DA49E738065D}">
      <dgm:prSet/>
      <dgm:spPr/>
      <dgm:t>
        <a:bodyPr/>
        <a:lstStyle/>
        <a:p>
          <a:endParaRPr lang="en-US"/>
        </a:p>
      </dgm:t>
    </dgm:pt>
    <dgm:pt modelId="{76FFC156-AA9F-48C7-A353-6E138B478DA4}" type="sibTrans" cxnId="{6E565409-4539-41F9-A14F-DA49E738065D}">
      <dgm:prSet/>
      <dgm:spPr/>
      <dgm:t>
        <a:bodyPr/>
        <a:lstStyle/>
        <a:p>
          <a:endParaRPr lang="en-US"/>
        </a:p>
      </dgm:t>
    </dgm:pt>
    <dgm:pt modelId="{F8159ABA-5E12-45B1-AD42-361FDDB5F930}" type="pres">
      <dgm:prSet presAssocID="{AE524D95-AD41-49FF-AF60-66073C29045E}" presName="root" presStyleCnt="0">
        <dgm:presLayoutVars>
          <dgm:dir/>
          <dgm:resizeHandles val="exact"/>
        </dgm:presLayoutVars>
      </dgm:prSet>
      <dgm:spPr/>
    </dgm:pt>
    <dgm:pt modelId="{DADF02DE-90ED-4204-B2CB-65AB0050E292}" type="pres">
      <dgm:prSet presAssocID="{0FEBE65C-BE59-4289-A75A-8E92BD18357D}" presName="compNode" presStyleCnt="0"/>
      <dgm:spPr/>
    </dgm:pt>
    <dgm:pt modelId="{18970D7F-1C60-4A1E-9435-10B158CB0D01}" type="pres">
      <dgm:prSet presAssocID="{0FEBE65C-BE59-4289-A75A-8E92BD18357D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FE17677F-B111-4857-9948-2E06A33F3AE2}" type="pres">
      <dgm:prSet presAssocID="{0FEBE65C-BE59-4289-A75A-8E92BD18357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mages"/>
        </a:ext>
      </dgm:extLst>
    </dgm:pt>
    <dgm:pt modelId="{E87126A7-DCA7-47D7-9F8B-304F39A7864A}" type="pres">
      <dgm:prSet presAssocID="{0FEBE65C-BE59-4289-A75A-8E92BD18357D}" presName="spaceRect" presStyleCnt="0"/>
      <dgm:spPr/>
    </dgm:pt>
    <dgm:pt modelId="{3FA92C4F-4281-4816-B417-C67216B53EFF}" type="pres">
      <dgm:prSet presAssocID="{0FEBE65C-BE59-4289-A75A-8E92BD18357D}" presName="textRect" presStyleLbl="revTx" presStyleIdx="0" presStyleCnt="4">
        <dgm:presLayoutVars>
          <dgm:chMax val="1"/>
          <dgm:chPref val="1"/>
        </dgm:presLayoutVars>
      </dgm:prSet>
      <dgm:spPr/>
    </dgm:pt>
    <dgm:pt modelId="{0E132D11-894E-42B0-BBCF-AF16793D385C}" type="pres">
      <dgm:prSet presAssocID="{A457BE2F-14D1-48CB-9814-F49275D85BF3}" presName="sibTrans" presStyleCnt="0"/>
      <dgm:spPr/>
    </dgm:pt>
    <dgm:pt modelId="{D6BF4510-54F7-44B5-AF66-8E8594639F84}" type="pres">
      <dgm:prSet presAssocID="{92DC7EE9-1BE3-47BD-8009-49C69711BFE5}" presName="compNode" presStyleCnt="0"/>
      <dgm:spPr/>
    </dgm:pt>
    <dgm:pt modelId="{44DE9121-6B1E-4DEB-8648-C4A808DFDF3C}" type="pres">
      <dgm:prSet presAssocID="{92DC7EE9-1BE3-47BD-8009-49C69711BFE5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8E2F3124-3F66-4FAE-9E44-CD292CF4CD65}" type="pres">
      <dgm:prSet presAssocID="{92DC7EE9-1BE3-47BD-8009-49C69711BFE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sed Quotation Mark"/>
        </a:ext>
      </dgm:extLst>
    </dgm:pt>
    <dgm:pt modelId="{09A033F3-4828-4D8E-BD67-F318249ADB47}" type="pres">
      <dgm:prSet presAssocID="{92DC7EE9-1BE3-47BD-8009-49C69711BFE5}" presName="spaceRect" presStyleCnt="0"/>
      <dgm:spPr/>
    </dgm:pt>
    <dgm:pt modelId="{D36FF047-F6E5-4680-9310-D5604D41495F}" type="pres">
      <dgm:prSet presAssocID="{92DC7EE9-1BE3-47BD-8009-49C69711BFE5}" presName="textRect" presStyleLbl="revTx" presStyleIdx="1" presStyleCnt="4">
        <dgm:presLayoutVars>
          <dgm:chMax val="1"/>
          <dgm:chPref val="1"/>
        </dgm:presLayoutVars>
      </dgm:prSet>
      <dgm:spPr/>
    </dgm:pt>
    <dgm:pt modelId="{5C7C05D9-E665-4473-8EE1-8FA7E581DAF6}" type="pres">
      <dgm:prSet presAssocID="{7C265D63-A645-4F6D-8C07-F0D31610A252}" presName="sibTrans" presStyleCnt="0"/>
      <dgm:spPr/>
    </dgm:pt>
    <dgm:pt modelId="{287E68D7-8700-43E2-A3C2-612A0FDEF5C6}" type="pres">
      <dgm:prSet presAssocID="{04A37AAB-0756-4D6E-B878-593A0D8D02AA}" presName="compNode" presStyleCnt="0"/>
      <dgm:spPr/>
    </dgm:pt>
    <dgm:pt modelId="{3671449B-59A1-4F01-999B-EAEB75450913}" type="pres">
      <dgm:prSet presAssocID="{04A37AAB-0756-4D6E-B878-593A0D8D02AA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67291A00-E655-40B4-9822-A6056EB46669}" type="pres">
      <dgm:prSet presAssocID="{04A37AAB-0756-4D6E-B878-593A0D8D02A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501DE191-C71E-4F1D-9D04-D1454D3B08E5}" type="pres">
      <dgm:prSet presAssocID="{04A37AAB-0756-4D6E-B878-593A0D8D02AA}" presName="spaceRect" presStyleCnt="0"/>
      <dgm:spPr/>
    </dgm:pt>
    <dgm:pt modelId="{FFE6B55F-F683-4A06-84DF-3333AFD2C071}" type="pres">
      <dgm:prSet presAssocID="{04A37AAB-0756-4D6E-B878-593A0D8D02AA}" presName="textRect" presStyleLbl="revTx" presStyleIdx="2" presStyleCnt="4">
        <dgm:presLayoutVars>
          <dgm:chMax val="1"/>
          <dgm:chPref val="1"/>
        </dgm:presLayoutVars>
      </dgm:prSet>
      <dgm:spPr/>
    </dgm:pt>
    <dgm:pt modelId="{30E13419-E49E-4D62-AB42-D4E0600D33F1}" type="pres">
      <dgm:prSet presAssocID="{1C73D85E-1A78-418E-A29D-B29E81497FC6}" presName="sibTrans" presStyleCnt="0"/>
      <dgm:spPr/>
    </dgm:pt>
    <dgm:pt modelId="{97E87E5D-5124-4FB8-B5A7-94CBB2A38719}" type="pres">
      <dgm:prSet presAssocID="{1E2FDC4D-1277-4DF2-B481-4A749718C562}" presName="compNode" presStyleCnt="0"/>
      <dgm:spPr/>
    </dgm:pt>
    <dgm:pt modelId="{4084BDBA-5E0A-4936-A62A-6580B41B865F}" type="pres">
      <dgm:prSet presAssocID="{1E2FDC4D-1277-4DF2-B481-4A749718C562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3597BCB1-6480-43AB-A516-A2A7041A53BE}" type="pres">
      <dgm:prSet presAssocID="{1E2FDC4D-1277-4DF2-B481-4A749718C56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nda"/>
        </a:ext>
      </dgm:extLst>
    </dgm:pt>
    <dgm:pt modelId="{E94B5E30-FA6D-4E6D-A049-5F8A4FDB2400}" type="pres">
      <dgm:prSet presAssocID="{1E2FDC4D-1277-4DF2-B481-4A749718C562}" presName="spaceRect" presStyleCnt="0"/>
      <dgm:spPr/>
    </dgm:pt>
    <dgm:pt modelId="{91A99EB2-6984-4FD0-AB72-5DE6E17E981D}" type="pres">
      <dgm:prSet presAssocID="{1E2FDC4D-1277-4DF2-B481-4A749718C56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E565409-4539-41F9-A14F-DA49E738065D}" srcId="{AE524D95-AD41-49FF-AF60-66073C29045E}" destId="{1E2FDC4D-1277-4DF2-B481-4A749718C562}" srcOrd="3" destOrd="0" parTransId="{463C3A60-1A7F-4290-9455-A3B12F0581CA}" sibTransId="{76FFC156-AA9F-48C7-A353-6E138B478DA4}"/>
    <dgm:cxn modelId="{23AF4212-865D-4029-9686-2C0E8065536F}" srcId="{AE524D95-AD41-49FF-AF60-66073C29045E}" destId="{92DC7EE9-1BE3-47BD-8009-49C69711BFE5}" srcOrd="1" destOrd="0" parTransId="{0215B73B-6212-474F-875E-E0C071CE2AF1}" sibTransId="{7C265D63-A645-4F6D-8C07-F0D31610A252}"/>
    <dgm:cxn modelId="{D2E6C235-FB37-44CC-8ACB-AECE83F837B3}" type="presOf" srcId="{AE524D95-AD41-49FF-AF60-66073C29045E}" destId="{F8159ABA-5E12-45B1-AD42-361FDDB5F930}" srcOrd="0" destOrd="0" presId="urn:microsoft.com/office/officeart/2018/5/layout/IconLeafLabelList"/>
    <dgm:cxn modelId="{9D50EE4B-DD8B-4E07-AE33-90A0332E5068}" type="presOf" srcId="{92DC7EE9-1BE3-47BD-8009-49C69711BFE5}" destId="{D36FF047-F6E5-4680-9310-D5604D41495F}" srcOrd="0" destOrd="0" presId="urn:microsoft.com/office/officeart/2018/5/layout/IconLeafLabelList"/>
    <dgm:cxn modelId="{55A87C73-5546-4A1B-93D8-BF5F32C51092}" type="presOf" srcId="{04A37AAB-0756-4D6E-B878-593A0D8D02AA}" destId="{FFE6B55F-F683-4A06-84DF-3333AFD2C071}" srcOrd="0" destOrd="0" presId="urn:microsoft.com/office/officeart/2018/5/layout/IconLeafLabelList"/>
    <dgm:cxn modelId="{0EB6CFD4-42EA-470E-A1A4-064DD2687E6C}" srcId="{AE524D95-AD41-49FF-AF60-66073C29045E}" destId="{0FEBE65C-BE59-4289-A75A-8E92BD18357D}" srcOrd="0" destOrd="0" parTransId="{88C8D41E-1A39-4934-9E69-E061CA75C218}" sibTransId="{A457BE2F-14D1-48CB-9814-F49275D85BF3}"/>
    <dgm:cxn modelId="{6938F1E3-6FAE-4644-9525-CB68C7B03E6D}" type="presOf" srcId="{0FEBE65C-BE59-4289-A75A-8E92BD18357D}" destId="{3FA92C4F-4281-4816-B417-C67216B53EFF}" srcOrd="0" destOrd="0" presId="urn:microsoft.com/office/officeart/2018/5/layout/IconLeafLabelList"/>
    <dgm:cxn modelId="{1C6FF6F8-4DB9-49A3-A363-8CA25BAC3FE7}" srcId="{AE524D95-AD41-49FF-AF60-66073C29045E}" destId="{04A37AAB-0756-4D6E-B878-593A0D8D02AA}" srcOrd="2" destOrd="0" parTransId="{6AF6705A-FA4C-47D9-B131-547A63DE5D4E}" sibTransId="{1C73D85E-1A78-418E-A29D-B29E81497FC6}"/>
    <dgm:cxn modelId="{260CEFFE-957F-4EC7-A9C6-50378C9C3E3C}" type="presOf" srcId="{1E2FDC4D-1277-4DF2-B481-4A749718C562}" destId="{91A99EB2-6984-4FD0-AB72-5DE6E17E981D}" srcOrd="0" destOrd="0" presId="urn:microsoft.com/office/officeart/2018/5/layout/IconLeafLabelList"/>
    <dgm:cxn modelId="{84CD974F-9EA9-4E6E-8E4F-593055046741}" type="presParOf" srcId="{F8159ABA-5E12-45B1-AD42-361FDDB5F930}" destId="{DADF02DE-90ED-4204-B2CB-65AB0050E292}" srcOrd="0" destOrd="0" presId="urn:microsoft.com/office/officeart/2018/5/layout/IconLeafLabelList"/>
    <dgm:cxn modelId="{E9BCF4AD-EBF0-4550-BBD3-461B161C5A17}" type="presParOf" srcId="{DADF02DE-90ED-4204-B2CB-65AB0050E292}" destId="{18970D7F-1C60-4A1E-9435-10B158CB0D01}" srcOrd="0" destOrd="0" presId="urn:microsoft.com/office/officeart/2018/5/layout/IconLeafLabelList"/>
    <dgm:cxn modelId="{D5089B61-B6F8-469F-A7AD-3879A154F27E}" type="presParOf" srcId="{DADF02DE-90ED-4204-B2CB-65AB0050E292}" destId="{FE17677F-B111-4857-9948-2E06A33F3AE2}" srcOrd="1" destOrd="0" presId="urn:microsoft.com/office/officeart/2018/5/layout/IconLeafLabelList"/>
    <dgm:cxn modelId="{37E97E84-0178-43FA-BD72-D27057F089B3}" type="presParOf" srcId="{DADF02DE-90ED-4204-B2CB-65AB0050E292}" destId="{E87126A7-DCA7-47D7-9F8B-304F39A7864A}" srcOrd="2" destOrd="0" presId="urn:microsoft.com/office/officeart/2018/5/layout/IconLeafLabelList"/>
    <dgm:cxn modelId="{7C50DF26-8518-44DF-82DE-653A5CA5A882}" type="presParOf" srcId="{DADF02DE-90ED-4204-B2CB-65AB0050E292}" destId="{3FA92C4F-4281-4816-B417-C67216B53EFF}" srcOrd="3" destOrd="0" presId="urn:microsoft.com/office/officeart/2018/5/layout/IconLeafLabelList"/>
    <dgm:cxn modelId="{3B779FDC-A92D-4E99-84FD-501B6C72B82B}" type="presParOf" srcId="{F8159ABA-5E12-45B1-AD42-361FDDB5F930}" destId="{0E132D11-894E-42B0-BBCF-AF16793D385C}" srcOrd="1" destOrd="0" presId="urn:microsoft.com/office/officeart/2018/5/layout/IconLeafLabelList"/>
    <dgm:cxn modelId="{616159E7-F2A6-441F-949F-86B7F4122E1D}" type="presParOf" srcId="{F8159ABA-5E12-45B1-AD42-361FDDB5F930}" destId="{D6BF4510-54F7-44B5-AF66-8E8594639F84}" srcOrd="2" destOrd="0" presId="urn:microsoft.com/office/officeart/2018/5/layout/IconLeafLabelList"/>
    <dgm:cxn modelId="{C7E1D1E0-88EE-4218-B298-38280DE71538}" type="presParOf" srcId="{D6BF4510-54F7-44B5-AF66-8E8594639F84}" destId="{44DE9121-6B1E-4DEB-8648-C4A808DFDF3C}" srcOrd="0" destOrd="0" presId="urn:microsoft.com/office/officeart/2018/5/layout/IconLeafLabelList"/>
    <dgm:cxn modelId="{164DF121-47EF-45B2-8EE9-93999B55D9EA}" type="presParOf" srcId="{D6BF4510-54F7-44B5-AF66-8E8594639F84}" destId="{8E2F3124-3F66-4FAE-9E44-CD292CF4CD65}" srcOrd="1" destOrd="0" presId="urn:microsoft.com/office/officeart/2018/5/layout/IconLeafLabelList"/>
    <dgm:cxn modelId="{5CC8D36A-48F6-4648-A51E-36C77DF89D15}" type="presParOf" srcId="{D6BF4510-54F7-44B5-AF66-8E8594639F84}" destId="{09A033F3-4828-4D8E-BD67-F318249ADB47}" srcOrd="2" destOrd="0" presId="urn:microsoft.com/office/officeart/2018/5/layout/IconLeafLabelList"/>
    <dgm:cxn modelId="{0601712E-CD36-471D-AB84-7F01BD552388}" type="presParOf" srcId="{D6BF4510-54F7-44B5-AF66-8E8594639F84}" destId="{D36FF047-F6E5-4680-9310-D5604D41495F}" srcOrd="3" destOrd="0" presId="urn:microsoft.com/office/officeart/2018/5/layout/IconLeafLabelList"/>
    <dgm:cxn modelId="{9F657697-5712-405B-8F6E-56621BCE261B}" type="presParOf" srcId="{F8159ABA-5E12-45B1-AD42-361FDDB5F930}" destId="{5C7C05D9-E665-4473-8EE1-8FA7E581DAF6}" srcOrd="3" destOrd="0" presId="urn:microsoft.com/office/officeart/2018/5/layout/IconLeafLabelList"/>
    <dgm:cxn modelId="{1AAD31B2-D60A-46B2-B785-B067BA219543}" type="presParOf" srcId="{F8159ABA-5E12-45B1-AD42-361FDDB5F930}" destId="{287E68D7-8700-43E2-A3C2-612A0FDEF5C6}" srcOrd="4" destOrd="0" presId="urn:microsoft.com/office/officeart/2018/5/layout/IconLeafLabelList"/>
    <dgm:cxn modelId="{212E181B-0EAE-49AC-977A-EA55CBE1F09F}" type="presParOf" srcId="{287E68D7-8700-43E2-A3C2-612A0FDEF5C6}" destId="{3671449B-59A1-4F01-999B-EAEB75450913}" srcOrd="0" destOrd="0" presId="urn:microsoft.com/office/officeart/2018/5/layout/IconLeafLabelList"/>
    <dgm:cxn modelId="{5BE7FF4F-4872-4184-B996-973B228ECE12}" type="presParOf" srcId="{287E68D7-8700-43E2-A3C2-612A0FDEF5C6}" destId="{67291A00-E655-40B4-9822-A6056EB46669}" srcOrd="1" destOrd="0" presId="urn:microsoft.com/office/officeart/2018/5/layout/IconLeafLabelList"/>
    <dgm:cxn modelId="{DBAF1EC3-6333-4865-AA91-30753F5070C2}" type="presParOf" srcId="{287E68D7-8700-43E2-A3C2-612A0FDEF5C6}" destId="{501DE191-C71E-4F1D-9D04-D1454D3B08E5}" srcOrd="2" destOrd="0" presId="urn:microsoft.com/office/officeart/2018/5/layout/IconLeafLabelList"/>
    <dgm:cxn modelId="{73D33154-D90F-43DB-92A0-79A654234B77}" type="presParOf" srcId="{287E68D7-8700-43E2-A3C2-612A0FDEF5C6}" destId="{FFE6B55F-F683-4A06-84DF-3333AFD2C071}" srcOrd="3" destOrd="0" presId="urn:microsoft.com/office/officeart/2018/5/layout/IconLeafLabelList"/>
    <dgm:cxn modelId="{18FE2027-B42E-4762-A335-11507BCD539B}" type="presParOf" srcId="{F8159ABA-5E12-45B1-AD42-361FDDB5F930}" destId="{30E13419-E49E-4D62-AB42-D4E0600D33F1}" srcOrd="5" destOrd="0" presId="urn:microsoft.com/office/officeart/2018/5/layout/IconLeafLabelList"/>
    <dgm:cxn modelId="{46E69D54-7CC9-452F-8036-A1809BE9CE21}" type="presParOf" srcId="{F8159ABA-5E12-45B1-AD42-361FDDB5F930}" destId="{97E87E5D-5124-4FB8-B5A7-94CBB2A38719}" srcOrd="6" destOrd="0" presId="urn:microsoft.com/office/officeart/2018/5/layout/IconLeafLabelList"/>
    <dgm:cxn modelId="{6C4CA697-B788-458E-A1B5-21D01056208F}" type="presParOf" srcId="{97E87E5D-5124-4FB8-B5A7-94CBB2A38719}" destId="{4084BDBA-5E0A-4936-A62A-6580B41B865F}" srcOrd="0" destOrd="0" presId="urn:microsoft.com/office/officeart/2018/5/layout/IconLeafLabelList"/>
    <dgm:cxn modelId="{F605C0EB-CB3F-44D3-B798-D8E554761AF1}" type="presParOf" srcId="{97E87E5D-5124-4FB8-B5A7-94CBB2A38719}" destId="{3597BCB1-6480-43AB-A516-A2A7041A53BE}" srcOrd="1" destOrd="0" presId="urn:microsoft.com/office/officeart/2018/5/layout/IconLeafLabelList"/>
    <dgm:cxn modelId="{EA5C6BDF-797A-41A5-BE3A-E3A2ED26D1BA}" type="presParOf" srcId="{97E87E5D-5124-4FB8-B5A7-94CBB2A38719}" destId="{E94B5E30-FA6D-4E6D-A049-5F8A4FDB2400}" srcOrd="2" destOrd="0" presId="urn:microsoft.com/office/officeart/2018/5/layout/IconLeafLabelList"/>
    <dgm:cxn modelId="{A9F76A2E-2F4B-459C-8AED-06069EC78BFF}" type="presParOf" srcId="{97E87E5D-5124-4FB8-B5A7-94CBB2A38719}" destId="{91A99EB2-6984-4FD0-AB72-5DE6E17E981D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75C1B93-727B-4710-A890-F6A14F268613}" type="doc">
      <dgm:prSet loTypeId="urn:microsoft.com/office/officeart/2005/8/layout/matrix3" loCatId="matrix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E36898E-70CA-4440-9811-ACFD6F147C8C}">
      <dgm:prSet/>
      <dgm:spPr/>
      <dgm:t>
        <a:bodyPr/>
        <a:lstStyle/>
        <a:p>
          <a:r>
            <a:rPr lang="en-US"/>
            <a:t>• Model: Random Forest Classifier (300 trees).</a:t>
          </a:r>
        </a:p>
      </dgm:t>
    </dgm:pt>
    <dgm:pt modelId="{BB0FB9A3-91D9-4981-8127-D4E8CE48E34B}" type="parTrans" cxnId="{85471D16-448C-456B-8832-EDBD554B3C4C}">
      <dgm:prSet/>
      <dgm:spPr/>
      <dgm:t>
        <a:bodyPr/>
        <a:lstStyle/>
        <a:p>
          <a:endParaRPr lang="en-US"/>
        </a:p>
      </dgm:t>
    </dgm:pt>
    <dgm:pt modelId="{9B0FDB6D-02B1-4EB0-97DB-440BABC57CD4}" type="sibTrans" cxnId="{85471D16-448C-456B-8832-EDBD554B3C4C}">
      <dgm:prSet/>
      <dgm:spPr/>
      <dgm:t>
        <a:bodyPr/>
        <a:lstStyle/>
        <a:p>
          <a:endParaRPr lang="en-US"/>
        </a:p>
      </dgm:t>
    </dgm:pt>
    <dgm:pt modelId="{B6C7CA9B-701F-4E3B-9852-9B66113FF055}">
      <dgm:prSet/>
      <dgm:spPr/>
      <dgm:t>
        <a:bodyPr/>
        <a:lstStyle/>
        <a:p>
          <a:r>
            <a:rPr lang="en-US"/>
            <a:t>• Features: 63 landmark coordinates normalized by wrist-to-finger distance.</a:t>
          </a:r>
        </a:p>
      </dgm:t>
    </dgm:pt>
    <dgm:pt modelId="{7F50CFD3-B211-4D34-9425-FFBE24D47842}" type="parTrans" cxnId="{33E28F2A-33B9-4966-A732-992E6ACCA287}">
      <dgm:prSet/>
      <dgm:spPr/>
      <dgm:t>
        <a:bodyPr/>
        <a:lstStyle/>
        <a:p>
          <a:endParaRPr lang="en-US"/>
        </a:p>
      </dgm:t>
    </dgm:pt>
    <dgm:pt modelId="{5165BBB6-0D65-4CAE-9D0D-27887689A7DD}" type="sibTrans" cxnId="{33E28F2A-33B9-4966-A732-992E6ACCA287}">
      <dgm:prSet/>
      <dgm:spPr/>
      <dgm:t>
        <a:bodyPr/>
        <a:lstStyle/>
        <a:p>
          <a:endParaRPr lang="en-US"/>
        </a:p>
      </dgm:t>
    </dgm:pt>
    <dgm:pt modelId="{76CF8780-EEBB-449D-B9A3-D60F334FE5F3}">
      <dgm:prSet/>
      <dgm:spPr/>
      <dgm:t>
        <a:bodyPr/>
        <a:lstStyle/>
        <a:p>
          <a:r>
            <a:rPr lang="en-US"/>
            <a:t>• Training split: 80% train / 20% validation.</a:t>
          </a:r>
        </a:p>
      </dgm:t>
    </dgm:pt>
    <dgm:pt modelId="{29FD60EE-484A-4539-910D-785FF229A251}" type="parTrans" cxnId="{58950C90-EA87-49EE-8FB6-DDFB181D880D}">
      <dgm:prSet/>
      <dgm:spPr/>
      <dgm:t>
        <a:bodyPr/>
        <a:lstStyle/>
        <a:p>
          <a:endParaRPr lang="en-US"/>
        </a:p>
      </dgm:t>
    </dgm:pt>
    <dgm:pt modelId="{8239AB35-268F-4552-99CD-B1E5584B2F69}" type="sibTrans" cxnId="{58950C90-EA87-49EE-8FB6-DDFB181D880D}">
      <dgm:prSet/>
      <dgm:spPr/>
      <dgm:t>
        <a:bodyPr/>
        <a:lstStyle/>
        <a:p>
          <a:endParaRPr lang="en-US"/>
        </a:p>
      </dgm:t>
    </dgm:pt>
    <dgm:pt modelId="{4CD20F9E-D0F5-413E-B2D9-F94B1797073B}">
      <dgm:prSet/>
      <dgm:spPr/>
      <dgm:t>
        <a:bodyPr/>
        <a:lstStyle/>
        <a:p>
          <a:r>
            <a:rPr lang="en-US"/>
            <a:t>• Achieved 87% validation accuracy; 82% real-time accuracy.</a:t>
          </a:r>
        </a:p>
      </dgm:t>
    </dgm:pt>
    <dgm:pt modelId="{3EE124D8-C320-42D6-B18D-6A58671767FB}" type="parTrans" cxnId="{BAF7ED33-0CD6-4F23-A005-4EEFD42F55B2}">
      <dgm:prSet/>
      <dgm:spPr/>
      <dgm:t>
        <a:bodyPr/>
        <a:lstStyle/>
        <a:p>
          <a:endParaRPr lang="en-US"/>
        </a:p>
      </dgm:t>
    </dgm:pt>
    <dgm:pt modelId="{DC935300-24E8-41D7-9331-45F9A4206DBA}" type="sibTrans" cxnId="{BAF7ED33-0CD6-4F23-A005-4EEFD42F55B2}">
      <dgm:prSet/>
      <dgm:spPr/>
      <dgm:t>
        <a:bodyPr/>
        <a:lstStyle/>
        <a:p>
          <a:endParaRPr lang="en-US"/>
        </a:p>
      </dgm:t>
    </dgm:pt>
    <dgm:pt modelId="{C7DAB2E1-D7D4-4461-9260-EDF66401FCDF}" type="pres">
      <dgm:prSet presAssocID="{975C1B93-727B-4710-A890-F6A14F268613}" presName="matrix" presStyleCnt="0">
        <dgm:presLayoutVars>
          <dgm:chMax val="1"/>
          <dgm:dir/>
          <dgm:resizeHandles val="exact"/>
        </dgm:presLayoutVars>
      </dgm:prSet>
      <dgm:spPr/>
    </dgm:pt>
    <dgm:pt modelId="{FF6CE0A8-D079-40DB-98FE-E005CB450B3B}" type="pres">
      <dgm:prSet presAssocID="{975C1B93-727B-4710-A890-F6A14F268613}" presName="diamond" presStyleLbl="bgShp" presStyleIdx="0" presStyleCnt="1"/>
      <dgm:spPr/>
    </dgm:pt>
    <dgm:pt modelId="{C0F5ACEA-A900-44A4-AE70-C13C9C96471A}" type="pres">
      <dgm:prSet presAssocID="{975C1B93-727B-4710-A890-F6A14F268613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F47E8ABC-C99C-436D-9728-68BC7C02D14C}" type="pres">
      <dgm:prSet presAssocID="{975C1B93-727B-4710-A890-F6A14F268613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574C7A3F-A8E6-48C9-9D99-4EFA5F2257FB}" type="pres">
      <dgm:prSet presAssocID="{975C1B93-727B-4710-A890-F6A14F268613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631F59D7-00B2-499D-AB39-6EC672A394A9}" type="pres">
      <dgm:prSet presAssocID="{975C1B93-727B-4710-A890-F6A14F268613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44B12A04-3342-498A-B3AD-ED97D9DC1967}" type="presOf" srcId="{4CD20F9E-D0F5-413E-B2D9-F94B1797073B}" destId="{631F59D7-00B2-499D-AB39-6EC672A394A9}" srcOrd="0" destOrd="0" presId="urn:microsoft.com/office/officeart/2005/8/layout/matrix3"/>
    <dgm:cxn modelId="{85471D16-448C-456B-8832-EDBD554B3C4C}" srcId="{975C1B93-727B-4710-A890-F6A14F268613}" destId="{AE36898E-70CA-4440-9811-ACFD6F147C8C}" srcOrd="0" destOrd="0" parTransId="{BB0FB9A3-91D9-4981-8127-D4E8CE48E34B}" sibTransId="{9B0FDB6D-02B1-4EB0-97DB-440BABC57CD4}"/>
    <dgm:cxn modelId="{33E28F2A-33B9-4966-A732-992E6ACCA287}" srcId="{975C1B93-727B-4710-A890-F6A14F268613}" destId="{B6C7CA9B-701F-4E3B-9852-9B66113FF055}" srcOrd="1" destOrd="0" parTransId="{7F50CFD3-B211-4D34-9425-FFBE24D47842}" sibTransId="{5165BBB6-0D65-4CAE-9D0D-27887689A7DD}"/>
    <dgm:cxn modelId="{BAF7ED33-0CD6-4F23-A005-4EEFD42F55B2}" srcId="{975C1B93-727B-4710-A890-F6A14F268613}" destId="{4CD20F9E-D0F5-413E-B2D9-F94B1797073B}" srcOrd="3" destOrd="0" parTransId="{3EE124D8-C320-42D6-B18D-6A58671767FB}" sibTransId="{DC935300-24E8-41D7-9331-45F9A4206DBA}"/>
    <dgm:cxn modelId="{38F3DE39-DFBB-420D-8044-F84A17D1C98E}" type="presOf" srcId="{76CF8780-EEBB-449D-B9A3-D60F334FE5F3}" destId="{574C7A3F-A8E6-48C9-9D99-4EFA5F2257FB}" srcOrd="0" destOrd="0" presId="urn:microsoft.com/office/officeart/2005/8/layout/matrix3"/>
    <dgm:cxn modelId="{58950C90-EA87-49EE-8FB6-DDFB181D880D}" srcId="{975C1B93-727B-4710-A890-F6A14F268613}" destId="{76CF8780-EEBB-449D-B9A3-D60F334FE5F3}" srcOrd="2" destOrd="0" parTransId="{29FD60EE-484A-4539-910D-785FF229A251}" sibTransId="{8239AB35-268F-4552-99CD-B1E5584B2F69}"/>
    <dgm:cxn modelId="{F5BC41BA-FBD5-470B-94A3-BA6D13A2FBBE}" type="presOf" srcId="{B6C7CA9B-701F-4E3B-9852-9B66113FF055}" destId="{F47E8ABC-C99C-436D-9728-68BC7C02D14C}" srcOrd="0" destOrd="0" presId="urn:microsoft.com/office/officeart/2005/8/layout/matrix3"/>
    <dgm:cxn modelId="{42FDFFE8-437D-4306-BC0C-01CDA79A4705}" type="presOf" srcId="{975C1B93-727B-4710-A890-F6A14F268613}" destId="{C7DAB2E1-D7D4-4461-9260-EDF66401FCDF}" srcOrd="0" destOrd="0" presId="urn:microsoft.com/office/officeart/2005/8/layout/matrix3"/>
    <dgm:cxn modelId="{7A22BAFD-E33E-4B05-B6BA-1B2FF2B69487}" type="presOf" srcId="{AE36898E-70CA-4440-9811-ACFD6F147C8C}" destId="{C0F5ACEA-A900-44A4-AE70-C13C9C96471A}" srcOrd="0" destOrd="0" presId="urn:microsoft.com/office/officeart/2005/8/layout/matrix3"/>
    <dgm:cxn modelId="{A016A207-147F-4D9B-90E2-102F930DA9E1}" type="presParOf" srcId="{C7DAB2E1-D7D4-4461-9260-EDF66401FCDF}" destId="{FF6CE0A8-D079-40DB-98FE-E005CB450B3B}" srcOrd="0" destOrd="0" presId="urn:microsoft.com/office/officeart/2005/8/layout/matrix3"/>
    <dgm:cxn modelId="{4B4C8CEA-895A-4622-B2B3-4B5FF9FF687B}" type="presParOf" srcId="{C7DAB2E1-D7D4-4461-9260-EDF66401FCDF}" destId="{C0F5ACEA-A900-44A4-AE70-C13C9C96471A}" srcOrd="1" destOrd="0" presId="urn:microsoft.com/office/officeart/2005/8/layout/matrix3"/>
    <dgm:cxn modelId="{605D16A8-7E10-4A66-A86F-5E49403B2CB9}" type="presParOf" srcId="{C7DAB2E1-D7D4-4461-9260-EDF66401FCDF}" destId="{F47E8ABC-C99C-436D-9728-68BC7C02D14C}" srcOrd="2" destOrd="0" presId="urn:microsoft.com/office/officeart/2005/8/layout/matrix3"/>
    <dgm:cxn modelId="{8B78F7A8-AD5F-43E2-A23C-0C12F253A490}" type="presParOf" srcId="{C7DAB2E1-D7D4-4461-9260-EDF66401FCDF}" destId="{574C7A3F-A8E6-48C9-9D99-4EFA5F2257FB}" srcOrd="3" destOrd="0" presId="urn:microsoft.com/office/officeart/2005/8/layout/matrix3"/>
    <dgm:cxn modelId="{CA3BB737-367F-43B1-A2EC-2FB17249762B}" type="presParOf" srcId="{C7DAB2E1-D7D4-4461-9260-EDF66401FCDF}" destId="{631F59D7-00B2-499D-AB39-6EC672A394A9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52DC03F-919E-4F90-925C-5D3471A767DA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35A1C51-A3C9-40BF-9984-5ABD7FFB57E7}">
      <dgm:prSet/>
      <dgm:spPr/>
      <dgm:t>
        <a:bodyPr/>
        <a:lstStyle/>
        <a:p>
          <a:r>
            <a:rPr lang="en-US"/>
            <a:t>• Webcam Input → MediaPipe Landmark Extraction → Normalization → Prediction → Display.</a:t>
          </a:r>
        </a:p>
      </dgm:t>
    </dgm:pt>
    <dgm:pt modelId="{3722EC32-6C1C-4C9A-93E4-0CADBB4F9867}" type="parTrans" cxnId="{34518254-ADB7-4DBF-841F-41E098FF0F1F}">
      <dgm:prSet/>
      <dgm:spPr/>
      <dgm:t>
        <a:bodyPr/>
        <a:lstStyle/>
        <a:p>
          <a:endParaRPr lang="en-US"/>
        </a:p>
      </dgm:t>
    </dgm:pt>
    <dgm:pt modelId="{7668CE7E-CD89-4F2A-9F47-71485DCB4715}" type="sibTrans" cxnId="{34518254-ADB7-4DBF-841F-41E098FF0F1F}">
      <dgm:prSet/>
      <dgm:spPr/>
      <dgm:t>
        <a:bodyPr/>
        <a:lstStyle/>
        <a:p>
          <a:endParaRPr lang="en-US"/>
        </a:p>
      </dgm:t>
    </dgm:pt>
    <dgm:pt modelId="{69D41079-5A08-4A07-8F84-B59DE66936C3}">
      <dgm:prSet/>
      <dgm:spPr/>
      <dgm:t>
        <a:bodyPr/>
        <a:lstStyle/>
        <a:p>
          <a:r>
            <a:rPr lang="en-US"/>
            <a:t>• Implemented with Python and OpenCV for real-time visualization.</a:t>
          </a:r>
        </a:p>
      </dgm:t>
    </dgm:pt>
    <dgm:pt modelId="{5C3B7E2F-7C33-4D8B-BAFE-05F10FF068BA}" type="parTrans" cxnId="{4A106D91-9106-4FB9-B972-D8427AB5A6A2}">
      <dgm:prSet/>
      <dgm:spPr/>
      <dgm:t>
        <a:bodyPr/>
        <a:lstStyle/>
        <a:p>
          <a:endParaRPr lang="en-US"/>
        </a:p>
      </dgm:t>
    </dgm:pt>
    <dgm:pt modelId="{0FEFB668-1896-4C66-81F9-27A3BB69F376}" type="sibTrans" cxnId="{4A106D91-9106-4FB9-B972-D8427AB5A6A2}">
      <dgm:prSet/>
      <dgm:spPr/>
      <dgm:t>
        <a:bodyPr/>
        <a:lstStyle/>
        <a:p>
          <a:endParaRPr lang="en-US"/>
        </a:p>
      </dgm:t>
    </dgm:pt>
    <dgm:pt modelId="{6B9615D7-A2EC-4922-86A6-2C454BA4B6BA}">
      <dgm:prSet/>
      <dgm:spPr/>
      <dgm:t>
        <a:bodyPr/>
        <a:lstStyle/>
        <a:p>
          <a:r>
            <a:rPr lang="en-US"/>
            <a:t>• Supports fallback for multiple camera indices (CAP_MSMF, CAP_DSHOW).</a:t>
          </a:r>
        </a:p>
      </dgm:t>
    </dgm:pt>
    <dgm:pt modelId="{A8384A9D-A69A-4C48-8AAB-5D37549AD68A}" type="parTrans" cxnId="{FCC4A28A-CFA1-4DA9-B0EC-09CB29A5DF1A}">
      <dgm:prSet/>
      <dgm:spPr/>
      <dgm:t>
        <a:bodyPr/>
        <a:lstStyle/>
        <a:p>
          <a:endParaRPr lang="en-US"/>
        </a:p>
      </dgm:t>
    </dgm:pt>
    <dgm:pt modelId="{FC4E9E87-2DB6-42B9-A5C5-5A05EA0FED77}" type="sibTrans" cxnId="{FCC4A28A-CFA1-4DA9-B0EC-09CB29A5DF1A}">
      <dgm:prSet/>
      <dgm:spPr/>
      <dgm:t>
        <a:bodyPr/>
        <a:lstStyle/>
        <a:p>
          <a:endParaRPr lang="en-US"/>
        </a:p>
      </dgm:t>
    </dgm:pt>
    <dgm:pt modelId="{E13339E8-0B25-4CAE-A501-1D3F78F32DE4}" type="pres">
      <dgm:prSet presAssocID="{652DC03F-919E-4F90-925C-5D3471A767DA}" presName="linear" presStyleCnt="0">
        <dgm:presLayoutVars>
          <dgm:animLvl val="lvl"/>
          <dgm:resizeHandles val="exact"/>
        </dgm:presLayoutVars>
      </dgm:prSet>
      <dgm:spPr/>
    </dgm:pt>
    <dgm:pt modelId="{5B947069-F49D-4EE5-889F-13370A90141F}" type="pres">
      <dgm:prSet presAssocID="{C35A1C51-A3C9-40BF-9984-5ABD7FFB57E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1795BFA-80CC-4E89-8B11-10E7347D9A0A}" type="pres">
      <dgm:prSet presAssocID="{7668CE7E-CD89-4F2A-9F47-71485DCB4715}" presName="spacer" presStyleCnt="0"/>
      <dgm:spPr/>
    </dgm:pt>
    <dgm:pt modelId="{C017B6CC-BF1F-4E7D-801B-05156F4A92DD}" type="pres">
      <dgm:prSet presAssocID="{69D41079-5A08-4A07-8F84-B59DE66936C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30B93CE-D35B-497A-9BF7-C8287B1D01F7}" type="pres">
      <dgm:prSet presAssocID="{0FEFB668-1896-4C66-81F9-27A3BB69F376}" presName="spacer" presStyleCnt="0"/>
      <dgm:spPr/>
    </dgm:pt>
    <dgm:pt modelId="{447AF3F6-6DF0-4D5F-8FCF-925F9179439E}" type="pres">
      <dgm:prSet presAssocID="{6B9615D7-A2EC-4922-86A6-2C454BA4B6BA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34518254-ADB7-4DBF-841F-41E098FF0F1F}" srcId="{652DC03F-919E-4F90-925C-5D3471A767DA}" destId="{C35A1C51-A3C9-40BF-9984-5ABD7FFB57E7}" srcOrd="0" destOrd="0" parTransId="{3722EC32-6C1C-4C9A-93E4-0CADBB4F9867}" sibTransId="{7668CE7E-CD89-4F2A-9F47-71485DCB4715}"/>
    <dgm:cxn modelId="{FCC4A28A-CFA1-4DA9-B0EC-09CB29A5DF1A}" srcId="{652DC03F-919E-4F90-925C-5D3471A767DA}" destId="{6B9615D7-A2EC-4922-86A6-2C454BA4B6BA}" srcOrd="2" destOrd="0" parTransId="{A8384A9D-A69A-4C48-8AAB-5D37549AD68A}" sibTransId="{FC4E9E87-2DB6-42B9-A5C5-5A05EA0FED77}"/>
    <dgm:cxn modelId="{4A106D91-9106-4FB9-B972-D8427AB5A6A2}" srcId="{652DC03F-919E-4F90-925C-5D3471A767DA}" destId="{69D41079-5A08-4A07-8F84-B59DE66936C3}" srcOrd="1" destOrd="0" parTransId="{5C3B7E2F-7C33-4D8B-BAFE-05F10FF068BA}" sibTransId="{0FEFB668-1896-4C66-81F9-27A3BB69F376}"/>
    <dgm:cxn modelId="{D08655B3-0E4E-4514-BF04-63ED2E903D2A}" type="presOf" srcId="{652DC03F-919E-4F90-925C-5D3471A767DA}" destId="{E13339E8-0B25-4CAE-A501-1D3F78F32DE4}" srcOrd="0" destOrd="0" presId="urn:microsoft.com/office/officeart/2005/8/layout/vList2"/>
    <dgm:cxn modelId="{C949C5BB-FC6C-4F4A-AFD1-176A8FA49024}" type="presOf" srcId="{C35A1C51-A3C9-40BF-9984-5ABD7FFB57E7}" destId="{5B947069-F49D-4EE5-889F-13370A90141F}" srcOrd="0" destOrd="0" presId="urn:microsoft.com/office/officeart/2005/8/layout/vList2"/>
    <dgm:cxn modelId="{7B825DDA-72CA-4AFF-8385-F0D2ABE86538}" type="presOf" srcId="{69D41079-5A08-4A07-8F84-B59DE66936C3}" destId="{C017B6CC-BF1F-4E7D-801B-05156F4A92DD}" srcOrd="0" destOrd="0" presId="urn:microsoft.com/office/officeart/2005/8/layout/vList2"/>
    <dgm:cxn modelId="{04CC65F3-B628-455B-9437-DA5D463E76F1}" type="presOf" srcId="{6B9615D7-A2EC-4922-86A6-2C454BA4B6BA}" destId="{447AF3F6-6DF0-4D5F-8FCF-925F9179439E}" srcOrd="0" destOrd="0" presId="urn:microsoft.com/office/officeart/2005/8/layout/vList2"/>
    <dgm:cxn modelId="{BEDDBD17-8F28-420D-B065-C384196EEF2D}" type="presParOf" srcId="{E13339E8-0B25-4CAE-A501-1D3F78F32DE4}" destId="{5B947069-F49D-4EE5-889F-13370A90141F}" srcOrd="0" destOrd="0" presId="urn:microsoft.com/office/officeart/2005/8/layout/vList2"/>
    <dgm:cxn modelId="{E06C0F9F-1AD8-40DA-BA59-5953E423498D}" type="presParOf" srcId="{E13339E8-0B25-4CAE-A501-1D3F78F32DE4}" destId="{31795BFA-80CC-4E89-8B11-10E7347D9A0A}" srcOrd="1" destOrd="0" presId="urn:microsoft.com/office/officeart/2005/8/layout/vList2"/>
    <dgm:cxn modelId="{840DF67E-6421-4EB8-AB95-0381D91117BF}" type="presParOf" srcId="{E13339E8-0B25-4CAE-A501-1D3F78F32DE4}" destId="{C017B6CC-BF1F-4E7D-801B-05156F4A92DD}" srcOrd="2" destOrd="0" presId="urn:microsoft.com/office/officeart/2005/8/layout/vList2"/>
    <dgm:cxn modelId="{C6C465B2-341B-4D39-B4FC-5FBC2D313B15}" type="presParOf" srcId="{E13339E8-0B25-4CAE-A501-1D3F78F32DE4}" destId="{230B93CE-D35B-497A-9BF7-C8287B1D01F7}" srcOrd="3" destOrd="0" presId="urn:microsoft.com/office/officeart/2005/8/layout/vList2"/>
    <dgm:cxn modelId="{AD8920C5-CB82-49BB-AFD5-B7EB74269FE8}" type="presParOf" srcId="{E13339E8-0B25-4CAE-A501-1D3F78F32DE4}" destId="{447AF3F6-6DF0-4D5F-8FCF-925F9179439E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3CB37C28-147B-4E90-95AE-B3F47862B5E7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B1A7A3F-769C-4B71-AD3C-B171C7B8B439}">
      <dgm:prSet/>
      <dgm:spPr/>
      <dgm:t>
        <a:bodyPr/>
        <a:lstStyle/>
        <a:p>
          <a:r>
            <a:rPr lang="en-US"/>
            <a:t>• Dataset: ~5,000 samples (A–J).</a:t>
          </a:r>
        </a:p>
      </dgm:t>
    </dgm:pt>
    <dgm:pt modelId="{3CE61EDE-BBB7-4071-A958-0B8A056CD6F9}" type="parTrans" cxnId="{3FB90146-9379-4E3C-8235-393755B5A7A5}">
      <dgm:prSet/>
      <dgm:spPr/>
      <dgm:t>
        <a:bodyPr/>
        <a:lstStyle/>
        <a:p>
          <a:endParaRPr lang="en-US"/>
        </a:p>
      </dgm:t>
    </dgm:pt>
    <dgm:pt modelId="{35AF6A3F-64FE-44E9-B168-3E8928367FE8}" type="sibTrans" cxnId="{3FB90146-9379-4E3C-8235-393755B5A7A5}">
      <dgm:prSet/>
      <dgm:spPr/>
      <dgm:t>
        <a:bodyPr/>
        <a:lstStyle/>
        <a:p>
          <a:endParaRPr lang="en-US"/>
        </a:p>
      </dgm:t>
    </dgm:pt>
    <dgm:pt modelId="{A0FE58CE-1329-49DD-9147-6C70970355D7}">
      <dgm:prSet/>
      <dgm:spPr/>
      <dgm:t>
        <a:bodyPr/>
        <a:lstStyle/>
        <a:p>
          <a:r>
            <a:rPr lang="en-US"/>
            <a:t>• Validation Accuracy: 87%.</a:t>
          </a:r>
        </a:p>
      </dgm:t>
    </dgm:pt>
    <dgm:pt modelId="{FA47C791-5611-4E34-AF1E-FEC716098828}" type="parTrans" cxnId="{6B4CCF64-35CA-4A64-8738-25736FA89063}">
      <dgm:prSet/>
      <dgm:spPr/>
      <dgm:t>
        <a:bodyPr/>
        <a:lstStyle/>
        <a:p>
          <a:endParaRPr lang="en-US"/>
        </a:p>
      </dgm:t>
    </dgm:pt>
    <dgm:pt modelId="{3243488F-D907-4265-9112-663E24BC96AA}" type="sibTrans" cxnId="{6B4CCF64-35CA-4A64-8738-25736FA89063}">
      <dgm:prSet/>
      <dgm:spPr/>
      <dgm:t>
        <a:bodyPr/>
        <a:lstStyle/>
        <a:p>
          <a:endParaRPr lang="en-US"/>
        </a:p>
      </dgm:t>
    </dgm:pt>
    <dgm:pt modelId="{80A6B84A-0F0B-4FDB-9F89-0BF68DD6CFB5}">
      <dgm:prSet/>
      <dgm:spPr/>
      <dgm:t>
        <a:bodyPr/>
        <a:lstStyle/>
        <a:p>
          <a:r>
            <a:rPr lang="en-US"/>
            <a:t>• Prediction Latency: ~0.12 sec/frame (smooth real-time).</a:t>
          </a:r>
        </a:p>
      </dgm:t>
    </dgm:pt>
    <dgm:pt modelId="{295B752C-30F5-487A-B609-787B870EAEC1}" type="parTrans" cxnId="{62FEC62E-CAD7-4B13-97FF-523523A18700}">
      <dgm:prSet/>
      <dgm:spPr/>
      <dgm:t>
        <a:bodyPr/>
        <a:lstStyle/>
        <a:p>
          <a:endParaRPr lang="en-US"/>
        </a:p>
      </dgm:t>
    </dgm:pt>
    <dgm:pt modelId="{BBC13322-E3B3-4FC1-900C-3E2723803CEF}" type="sibTrans" cxnId="{62FEC62E-CAD7-4B13-97FF-523523A18700}">
      <dgm:prSet/>
      <dgm:spPr/>
      <dgm:t>
        <a:bodyPr/>
        <a:lstStyle/>
        <a:p>
          <a:endParaRPr lang="en-US"/>
        </a:p>
      </dgm:t>
    </dgm:pt>
    <dgm:pt modelId="{29E76B1A-3C9A-40EA-BE23-5C3B328972C8}">
      <dgm:prSet/>
      <dgm:spPr/>
      <dgm:t>
        <a:bodyPr/>
        <a:lstStyle/>
        <a:p>
          <a:r>
            <a:rPr lang="en-US"/>
            <a:t>• Stable tracking under moderate hand motion.</a:t>
          </a:r>
        </a:p>
      </dgm:t>
    </dgm:pt>
    <dgm:pt modelId="{466A0FE9-B23A-4BE8-AF37-4CA646619CD6}" type="parTrans" cxnId="{6078607D-C9D4-4326-8839-45C7700D1D4E}">
      <dgm:prSet/>
      <dgm:spPr/>
      <dgm:t>
        <a:bodyPr/>
        <a:lstStyle/>
        <a:p>
          <a:endParaRPr lang="en-US"/>
        </a:p>
      </dgm:t>
    </dgm:pt>
    <dgm:pt modelId="{F6379EA1-C74C-48B8-9B71-1564223CBB3D}" type="sibTrans" cxnId="{6078607D-C9D4-4326-8839-45C7700D1D4E}">
      <dgm:prSet/>
      <dgm:spPr/>
      <dgm:t>
        <a:bodyPr/>
        <a:lstStyle/>
        <a:p>
          <a:endParaRPr lang="en-US"/>
        </a:p>
      </dgm:t>
    </dgm:pt>
    <dgm:pt modelId="{59CB603B-0169-4B74-AE37-D3BCC2193A6F}" type="pres">
      <dgm:prSet presAssocID="{3CB37C28-147B-4E90-95AE-B3F47862B5E7}" presName="linear" presStyleCnt="0">
        <dgm:presLayoutVars>
          <dgm:animLvl val="lvl"/>
          <dgm:resizeHandles val="exact"/>
        </dgm:presLayoutVars>
      </dgm:prSet>
      <dgm:spPr/>
    </dgm:pt>
    <dgm:pt modelId="{E4AC04D5-B6FD-413A-927C-CBCC270DCBDD}" type="pres">
      <dgm:prSet presAssocID="{5B1A7A3F-769C-4B71-AD3C-B171C7B8B43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99F3F1B-7C50-4ADC-A88B-BA65346D14E1}" type="pres">
      <dgm:prSet presAssocID="{35AF6A3F-64FE-44E9-B168-3E8928367FE8}" presName="spacer" presStyleCnt="0"/>
      <dgm:spPr/>
    </dgm:pt>
    <dgm:pt modelId="{D217442B-3198-429C-BCA9-6A8CD8541944}" type="pres">
      <dgm:prSet presAssocID="{A0FE58CE-1329-49DD-9147-6C70970355D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B8963AB-2DC1-47B8-B817-12CEA473C4A9}" type="pres">
      <dgm:prSet presAssocID="{3243488F-D907-4265-9112-663E24BC96AA}" presName="spacer" presStyleCnt="0"/>
      <dgm:spPr/>
    </dgm:pt>
    <dgm:pt modelId="{2C642C21-EE18-4A99-8DD2-D16DC7AE236E}" type="pres">
      <dgm:prSet presAssocID="{80A6B84A-0F0B-4FDB-9F89-0BF68DD6CFB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B572654-48EA-4182-8D60-31503B6761DE}" type="pres">
      <dgm:prSet presAssocID="{BBC13322-E3B3-4FC1-900C-3E2723803CEF}" presName="spacer" presStyleCnt="0"/>
      <dgm:spPr/>
    </dgm:pt>
    <dgm:pt modelId="{C3750916-CE07-42B7-B800-FE27A93DD752}" type="pres">
      <dgm:prSet presAssocID="{29E76B1A-3C9A-40EA-BE23-5C3B328972C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0593F0D-641D-4FC5-B64C-50A8D08A39C2}" type="presOf" srcId="{80A6B84A-0F0B-4FDB-9F89-0BF68DD6CFB5}" destId="{2C642C21-EE18-4A99-8DD2-D16DC7AE236E}" srcOrd="0" destOrd="0" presId="urn:microsoft.com/office/officeart/2005/8/layout/vList2"/>
    <dgm:cxn modelId="{C7D70E0E-219B-44CC-A1DA-D09D9327A6FE}" type="presOf" srcId="{3CB37C28-147B-4E90-95AE-B3F47862B5E7}" destId="{59CB603B-0169-4B74-AE37-D3BCC2193A6F}" srcOrd="0" destOrd="0" presId="urn:microsoft.com/office/officeart/2005/8/layout/vList2"/>
    <dgm:cxn modelId="{62FEC62E-CAD7-4B13-97FF-523523A18700}" srcId="{3CB37C28-147B-4E90-95AE-B3F47862B5E7}" destId="{80A6B84A-0F0B-4FDB-9F89-0BF68DD6CFB5}" srcOrd="2" destOrd="0" parTransId="{295B752C-30F5-487A-B609-787B870EAEC1}" sibTransId="{BBC13322-E3B3-4FC1-900C-3E2723803CEF}"/>
    <dgm:cxn modelId="{6B4CCF64-35CA-4A64-8738-25736FA89063}" srcId="{3CB37C28-147B-4E90-95AE-B3F47862B5E7}" destId="{A0FE58CE-1329-49DD-9147-6C70970355D7}" srcOrd="1" destOrd="0" parTransId="{FA47C791-5611-4E34-AF1E-FEC716098828}" sibTransId="{3243488F-D907-4265-9112-663E24BC96AA}"/>
    <dgm:cxn modelId="{3FB90146-9379-4E3C-8235-393755B5A7A5}" srcId="{3CB37C28-147B-4E90-95AE-B3F47862B5E7}" destId="{5B1A7A3F-769C-4B71-AD3C-B171C7B8B439}" srcOrd="0" destOrd="0" parTransId="{3CE61EDE-BBB7-4071-A958-0B8A056CD6F9}" sibTransId="{35AF6A3F-64FE-44E9-B168-3E8928367FE8}"/>
    <dgm:cxn modelId="{6078607D-C9D4-4326-8839-45C7700D1D4E}" srcId="{3CB37C28-147B-4E90-95AE-B3F47862B5E7}" destId="{29E76B1A-3C9A-40EA-BE23-5C3B328972C8}" srcOrd="3" destOrd="0" parTransId="{466A0FE9-B23A-4BE8-AF37-4CA646619CD6}" sibTransId="{F6379EA1-C74C-48B8-9B71-1564223CBB3D}"/>
    <dgm:cxn modelId="{289CF39C-0F7F-437B-8343-9E66B5C9CF59}" type="presOf" srcId="{5B1A7A3F-769C-4B71-AD3C-B171C7B8B439}" destId="{E4AC04D5-B6FD-413A-927C-CBCC270DCBDD}" srcOrd="0" destOrd="0" presId="urn:microsoft.com/office/officeart/2005/8/layout/vList2"/>
    <dgm:cxn modelId="{F9455FC6-73A1-4AE2-B96A-FC9B58E4107B}" type="presOf" srcId="{A0FE58CE-1329-49DD-9147-6C70970355D7}" destId="{D217442B-3198-429C-BCA9-6A8CD8541944}" srcOrd="0" destOrd="0" presId="urn:microsoft.com/office/officeart/2005/8/layout/vList2"/>
    <dgm:cxn modelId="{ED75B2E3-868C-4934-B619-04A8EC69D2C4}" type="presOf" srcId="{29E76B1A-3C9A-40EA-BE23-5C3B328972C8}" destId="{C3750916-CE07-42B7-B800-FE27A93DD752}" srcOrd="0" destOrd="0" presId="urn:microsoft.com/office/officeart/2005/8/layout/vList2"/>
    <dgm:cxn modelId="{FE8B12DC-8389-4C32-9D41-5160FDB484A9}" type="presParOf" srcId="{59CB603B-0169-4B74-AE37-D3BCC2193A6F}" destId="{E4AC04D5-B6FD-413A-927C-CBCC270DCBDD}" srcOrd="0" destOrd="0" presId="urn:microsoft.com/office/officeart/2005/8/layout/vList2"/>
    <dgm:cxn modelId="{901A6B10-3DC0-4412-B4DF-6E3922A0B33F}" type="presParOf" srcId="{59CB603B-0169-4B74-AE37-D3BCC2193A6F}" destId="{199F3F1B-7C50-4ADC-A88B-BA65346D14E1}" srcOrd="1" destOrd="0" presId="urn:microsoft.com/office/officeart/2005/8/layout/vList2"/>
    <dgm:cxn modelId="{3E49B90F-18A9-4FC7-A7BF-AAF2E79E4C10}" type="presParOf" srcId="{59CB603B-0169-4B74-AE37-D3BCC2193A6F}" destId="{D217442B-3198-429C-BCA9-6A8CD8541944}" srcOrd="2" destOrd="0" presId="urn:microsoft.com/office/officeart/2005/8/layout/vList2"/>
    <dgm:cxn modelId="{150074CE-3E8D-4F4A-B169-255101DFC076}" type="presParOf" srcId="{59CB603B-0169-4B74-AE37-D3BCC2193A6F}" destId="{4B8963AB-2DC1-47B8-B817-12CEA473C4A9}" srcOrd="3" destOrd="0" presId="urn:microsoft.com/office/officeart/2005/8/layout/vList2"/>
    <dgm:cxn modelId="{0A434A42-2DA2-4FB5-BCBE-F04AA1A12AA2}" type="presParOf" srcId="{59CB603B-0169-4B74-AE37-D3BCC2193A6F}" destId="{2C642C21-EE18-4A99-8DD2-D16DC7AE236E}" srcOrd="4" destOrd="0" presId="urn:microsoft.com/office/officeart/2005/8/layout/vList2"/>
    <dgm:cxn modelId="{123D8007-E838-407E-9B52-237FA585D924}" type="presParOf" srcId="{59CB603B-0169-4B74-AE37-D3BCC2193A6F}" destId="{BB572654-48EA-4182-8D60-31503B6761DE}" srcOrd="5" destOrd="0" presId="urn:microsoft.com/office/officeart/2005/8/layout/vList2"/>
    <dgm:cxn modelId="{F06E6ABA-3812-476D-A105-A3404D2E2938}" type="presParOf" srcId="{59CB603B-0169-4B74-AE37-D3BCC2193A6F}" destId="{C3750916-CE07-42B7-B800-FE27A93DD75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FA0DBFC3-5A1E-4054-8A40-F2EBA33757C0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B184B63-429D-49A9-AB3C-61A2EDA2A2E9}">
      <dgm:prSet/>
      <dgm:spPr/>
      <dgm:t>
        <a:bodyPr/>
        <a:lstStyle/>
        <a:p>
          <a:r>
            <a:rPr lang="en-US"/>
            <a:t>Challenges:</a:t>
          </a:r>
        </a:p>
      </dgm:t>
    </dgm:pt>
    <dgm:pt modelId="{CBEDF392-E0AF-4C38-A4DF-95D7266BC083}" type="parTrans" cxnId="{9097FDAA-CE0E-415C-BC81-69E000C6ABEB}">
      <dgm:prSet/>
      <dgm:spPr/>
      <dgm:t>
        <a:bodyPr/>
        <a:lstStyle/>
        <a:p>
          <a:endParaRPr lang="en-US"/>
        </a:p>
      </dgm:t>
    </dgm:pt>
    <dgm:pt modelId="{B5CEE13E-6904-4A7A-94A3-FE7843C0B4DC}" type="sibTrans" cxnId="{9097FDAA-CE0E-415C-BC81-69E000C6ABEB}">
      <dgm:prSet/>
      <dgm:spPr/>
      <dgm:t>
        <a:bodyPr/>
        <a:lstStyle/>
        <a:p>
          <a:endParaRPr lang="en-US"/>
        </a:p>
      </dgm:t>
    </dgm:pt>
    <dgm:pt modelId="{C4D59B45-2FE5-424C-85E5-BD63C5638E3A}">
      <dgm:prSet/>
      <dgm:spPr/>
      <dgm:t>
        <a:bodyPr/>
        <a:lstStyle/>
        <a:p>
          <a:r>
            <a:rPr lang="en-US"/>
            <a:t>• Lighting sensitivity and gesture confusion (e.g., M/N, U/V).</a:t>
          </a:r>
        </a:p>
      </dgm:t>
    </dgm:pt>
    <dgm:pt modelId="{824B2F65-4AD6-4D8B-AC3A-70BEE5E307A5}" type="parTrans" cxnId="{9CC090AD-CAB6-4725-B1F3-19E5167E21F1}">
      <dgm:prSet/>
      <dgm:spPr/>
      <dgm:t>
        <a:bodyPr/>
        <a:lstStyle/>
        <a:p>
          <a:endParaRPr lang="en-US"/>
        </a:p>
      </dgm:t>
    </dgm:pt>
    <dgm:pt modelId="{E150AB32-7F14-462F-BDBC-4F5D57E172F0}" type="sibTrans" cxnId="{9CC090AD-CAB6-4725-B1F3-19E5167E21F1}">
      <dgm:prSet/>
      <dgm:spPr/>
      <dgm:t>
        <a:bodyPr/>
        <a:lstStyle/>
        <a:p>
          <a:endParaRPr lang="en-US"/>
        </a:p>
      </dgm:t>
    </dgm:pt>
    <dgm:pt modelId="{9EA93AC0-5A7F-4CF6-8245-7CFF5DDA28F4}">
      <dgm:prSet/>
      <dgm:spPr/>
      <dgm:t>
        <a:bodyPr/>
        <a:lstStyle/>
        <a:p>
          <a:r>
            <a:rPr lang="en-US"/>
            <a:t>• Webcam backend errors in Windows (resolved using probe script).</a:t>
          </a:r>
        </a:p>
      </dgm:t>
    </dgm:pt>
    <dgm:pt modelId="{2F22DF02-466D-4D00-8532-6078E0DB5ADB}" type="parTrans" cxnId="{D347D082-723E-438C-942C-E04D26573C06}">
      <dgm:prSet/>
      <dgm:spPr/>
      <dgm:t>
        <a:bodyPr/>
        <a:lstStyle/>
        <a:p>
          <a:endParaRPr lang="en-US"/>
        </a:p>
      </dgm:t>
    </dgm:pt>
    <dgm:pt modelId="{48068CD1-9991-4B7A-BFA2-2160C1E5B1D3}" type="sibTrans" cxnId="{D347D082-723E-438C-942C-E04D26573C06}">
      <dgm:prSet/>
      <dgm:spPr/>
      <dgm:t>
        <a:bodyPr/>
        <a:lstStyle/>
        <a:p>
          <a:endParaRPr lang="en-US"/>
        </a:p>
      </dgm:t>
    </dgm:pt>
    <dgm:pt modelId="{412EABB7-1FCA-4145-84AB-4E14DD474111}">
      <dgm:prSet/>
      <dgm:spPr/>
      <dgm:t>
        <a:bodyPr/>
        <a:lstStyle/>
        <a:p>
          <a:r>
            <a:rPr lang="en-US"/>
            <a:t>• Dataset imbalance for certain gestures.</a:t>
          </a:r>
        </a:p>
      </dgm:t>
    </dgm:pt>
    <dgm:pt modelId="{6884F510-8931-4419-97AE-F3F162AEDA27}" type="parTrans" cxnId="{A032788F-9E05-4289-9B81-3E5D67A136AF}">
      <dgm:prSet/>
      <dgm:spPr/>
      <dgm:t>
        <a:bodyPr/>
        <a:lstStyle/>
        <a:p>
          <a:endParaRPr lang="en-US"/>
        </a:p>
      </dgm:t>
    </dgm:pt>
    <dgm:pt modelId="{B9EDCD97-B06C-48BC-A80E-C3DCE4585A68}" type="sibTrans" cxnId="{A032788F-9E05-4289-9B81-3E5D67A136AF}">
      <dgm:prSet/>
      <dgm:spPr/>
      <dgm:t>
        <a:bodyPr/>
        <a:lstStyle/>
        <a:p>
          <a:endParaRPr lang="en-US"/>
        </a:p>
      </dgm:t>
    </dgm:pt>
    <dgm:pt modelId="{E3F7A2D4-2611-4302-B75F-05550C0EA67D}">
      <dgm:prSet/>
      <dgm:spPr/>
      <dgm:t>
        <a:bodyPr/>
        <a:lstStyle/>
        <a:p>
          <a:r>
            <a:rPr lang="en-US"/>
            <a:t>Planned Improvements:</a:t>
          </a:r>
        </a:p>
      </dgm:t>
    </dgm:pt>
    <dgm:pt modelId="{E885B6A6-2120-4814-B41E-09B8F9BFF530}" type="parTrans" cxnId="{F4E29455-B4B3-4C4B-8ED3-433320A7119C}">
      <dgm:prSet/>
      <dgm:spPr/>
      <dgm:t>
        <a:bodyPr/>
        <a:lstStyle/>
        <a:p>
          <a:endParaRPr lang="en-US"/>
        </a:p>
      </dgm:t>
    </dgm:pt>
    <dgm:pt modelId="{DA898B19-380F-4F90-B351-2AD8F538AB7F}" type="sibTrans" cxnId="{F4E29455-B4B3-4C4B-8ED3-433320A7119C}">
      <dgm:prSet/>
      <dgm:spPr/>
      <dgm:t>
        <a:bodyPr/>
        <a:lstStyle/>
        <a:p>
          <a:endParaRPr lang="en-US"/>
        </a:p>
      </dgm:t>
    </dgm:pt>
    <dgm:pt modelId="{B83CA2C3-4A33-4DAD-9930-423BCE59929E}">
      <dgm:prSet/>
      <dgm:spPr/>
      <dgm:t>
        <a:bodyPr/>
        <a:lstStyle/>
        <a:p>
          <a:r>
            <a:rPr lang="en-US"/>
            <a:t>• Data augmentation and expansion (K–Z).</a:t>
          </a:r>
        </a:p>
      </dgm:t>
    </dgm:pt>
    <dgm:pt modelId="{EB809C92-2B20-438C-B814-6B98C9611B89}" type="parTrans" cxnId="{12CEAB4D-640F-4C21-A5F6-1861119BBCF6}">
      <dgm:prSet/>
      <dgm:spPr/>
      <dgm:t>
        <a:bodyPr/>
        <a:lstStyle/>
        <a:p>
          <a:endParaRPr lang="en-US"/>
        </a:p>
      </dgm:t>
    </dgm:pt>
    <dgm:pt modelId="{6BEA6B16-15D9-4D6B-ACBE-3C7008AE3E17}" type="sibTrans" cxnId="{12CEAB4D-640F-4C21-A5F6-1861119BBCF6}">
      <dgm:prSet/>
      <dgm:spPr/>
      <dgm:t>
        <a:bodyPr/>
        <a:lstStyle/>
        <a:p>
          <a:endParaRPr lang="en-US"/>
        </a:p>
      </dgm:t>
    </dgm:pt>
    <dgm:pt modelId="{E60670B5-715A-40CF-B9F8-352EED8F1F84}">
      <dgm:prSet/>
      <dgm:spPr/>
      <dgm:t>
        <a:bodyPr/>
        <a:lstStyle/>
        <a:p>
          <a:r>
            <a:rPr lang="en-US"/>
            <a:t>• GUI and text-to-speech feedback using Streamlit.</a:t>
          </a:r>
        </a:p>
      </dgm:t>
    </dgm:pt>
    <dgm:pt modelId="{5403485F-3829-49E5-AC6E-D999BA611A2F}" type="parTrans" cxnId="{302D165A-9C4A-4B27-A6D2-55ECD72BBDC2}">
      <dgm:prSet/>
      <dgm:spPr/>
      <dgm:t>
        <a:bodyPr/>
        <a:lstStyle/>
        <a:p>
          <a:endParaRPr lang="en-US"/>
        </a:p>
      </dgm:t>
    </dgm:pt>
    <dgm:pt modelId="{F3F8AE69-845E-4B1D-8FED-21C452425B2C}" type="sibTrans" cxnId="{302D165A-9C4A-4B27-A6D2-55ECD72BBDC2}">
      <dgm:prSet/>
      <dgm:spPr/>
      <dgm:t>
        <a:bodyPr/>
        <a:lstStyle/>
        <a:p>
          <a:endParaRPr lang="en-US"/>
        </a:p>
      </dgm:t>
    </dgm:pt>
    <dgm:pt modelId="{16A3C662-8D1B-4FE7-998F-3614B60FC5BC}" type="pres">
      <dgm:prSet presAssocID="{FA0DBFC3-5A1E-4054-8A40-F2EBA33757C0}" presName="linear" presStyleCnt="0">
        <dgm:presLayoutVars>
          <dgm:animLvl val="lvl"/>
          <dgm:resizeHandles val="exact"/>
        </dgm:presLayoutVars>
      </dgm:prSet>
      <dgm:spPr/>
    </dgm:pt>
    <dgm:pt modelId="{C9243D3C-D3FB-4405-852D-5D1BA8C9A57A}" type="pres">
      <dgm:prSet presAssocID="{CB184B63-429D-49A9-AB3C-61A2EDA2A2E9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BA60418E-BBE1-4715-81CE-334B0115C341}" type="pres">
      <dgm:prSet presAssocID="{B5CEE13E-6904-4A7A-94A3-FE7843C0B4DC}" presName="spacer" presStyleCnt="0"/>
      <dgm:spPr/>
    </dgm:pt>
    <dgm:pt modelId="{ACF1816C-F2C5-4277-AC97-8D4A9DC6A75E}" type="pres">
      <dgm:prSet presAssocID="{C4D59B45-2FE5-424C-85E5-BD63C5638E3A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352585B9-0B23-4750-8774-A0D109EC9A06}" type="pres">
      <dgm:prSet presAssocID="{E150AB32-7F14-462F-BDBC-4F5D57E172F0}" presName="spacer" presStyleCnt="0"/>
      <dgm:spPr/>
    </dgm:pt>
    <dgm:pt modelId="{D283836A-EAE8-4F2B-948F-3A0CD5224503}" type="pres">
      <dgm:prSet presAssocID="{9EA93AC0-5A7F-4CF6-8245-7CFF5DDA28F4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2395EE5F-13DA-49F8-BC04-6D3E0180E8CE}" type="pres">
      <dgm:prSet presAssocID="{48068CD1-9991-4B7A-BFA2-2160C1E5B1D3}" presName="spacer" presStyleCnt="0"/>
      <dgm:spPr/>
    </dgm:pt>
    <dgm:pt modelId="{5DE77BC7-5651-4715-8CD4-77512C6AD07F}" type="pres">
      <dgm:prSet presAssocID="{412EABB7-1FCA-4145-84AB-4E14DD474111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2726E121-B521-40DF-AF9F-14CFAC1129BE}" type="pres">
      <dgm:prSet presAssocID="{B9EDCD97-B06C-48BC-A80E-C3DCE4585A68}" presName="spacer" presStyleCnt="0"/>
      <dgm:spPr/>
    </dgm:pt>
    <dgm:pt modelId="{153764F9-AC20-4D94-AABA-FDA2C9693B97}" type="pres">
      <dgm:prSet presAssocID="{E3F7A2D4-2611-4302-B75F-05550C0EA67D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DF042FE6-D2BC-4FFC-8858-51A634693A37}" type="pres">
      <dgm:prSet presAssocID="{DA898B19-380F-4F90-B351-2AD8F538AB7F}" presName="spacer" presStyleCnt="0"/>
      <dgm:spPr/>
    </dgm:pt>
    <dgm:pt modelId="{50377519-1578-4BB4-B8FA-A1B048CEC793}" type="pres">
      <dgm:prSet presAssocID="{B83CA2C3-4A33-4DAD-9930-423BCE59929E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132DA254-C784-4F4E-8419-88F0CB3BF114}" type="pres">
      <dgm:prSet presAssocID="{6BEA6B16-15D9-4D6B-ACBE-3C7008AE3E17}" presName="spacer" presStyleCnt="0"/>
      <dgm:spPr/>
    </dgm:pt>
    <dgm:pt modelId="{2669E951-0B7D-48A8-8A25-0B2910C71B59}" type="pres">
      <dgm:prSet presAssocID="{E60670B5-715A-40CF-B9F8-352EED8F1F84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12CEAB4D-640F-4C21-A5F6-1861119BBCF6}" srcId="{FA0DBFC3-5A1E-4054-8A40-F2EBA33757C0}" destId="{B83CA2C3-4A33-4DAD-9930-423BCE59929E}" srcOrd="5" destOrd="0" parTransId="{EB809C92-2B20-438C-B814-6B98C9611B89}" sibTransId="{6BEA6B16-15D9-4D6B-ACBE-3C7008AE3E17}"/>
    <dgm:cxn modelId="{B4F4F270-3FA6-497C-BB27-CD78AE8FE4B1}" type="presOf" srcId="{B83CA2C3-4A33-4DAD-9930-423BCE59929E}" destId="{50377519-1578-4BB4-B8FA-A1B048CEC793}" srcOrd="0" destOrd="0" presId="urn:microsoft.com/office/officeart/2005/8/layout/vList2"/>
    <dgm:cxn modelId="{D0F7C651-0EBF-47EB-AE0B-BAEE5E25CBD0}" type="presOf" srcId="{412EABB7-1FCA-4145-84AB-4E14DD474111}" destId="{5DE77BC7-5651-4715-8CD4-77512C6AD07F}" srcOrd="0" destOrd="0" presId="urn:microsoft.com/office/officeart/2005/8/layout/vList2"/>
    <dgm:cxn modelId="{F4E29455-B4B3-4C4B-8ED3-433320A7119C}" srcId="{FA0DBFC3-5A1E-4054-8A40-F2EBA33757C0}" destId="{E3F7A2D4-2611-4302-B75F-05550C0EA67D}" srcOrd="4" destOrd="0" parTransId="{E885B6A6-2120-4814-B41E-09B8F9BFF530}" sibTransId="{DA898B19-380F-4F90-B351-2AD8F538AB7F}"/>
    <dgm:cxn modelId="{302D165A-9C4A-4B27-A6D2-55ECD72BBDC2}" srcId="{FA0DBFC3-5A1E-4054-8A40-F2EBA33757C0}" destId="{E60670B5-715A-40CF-B9F8-352EED8F1F84}" srcOrd="6" destOrd="0" parTransId="{5403485F-3829-49E5-AC6E-D999BA611A2F}" sibTransId="{F3F8AE69-845E-4B1D-8FED-21C452425B2C}"/>
    <dgm:cxn modelId="{D347D082-723E-438C-942C-E04D26573C06}" srcId="{FA0DBFC3-5A1E-4054-8A40-F2EBA33757C0}" destId="{9EA93AC0-5A7F-4CF6-8245-7CFF5DDA28F4}" srcOrd="2" destOrd="0" parTransId="{2F22DF02-466D-4D00-8532-6078E0DB5ADB}" sibTransId="{48068CD1-9991-4B7A-BFA2-2160C1E5B1D3}"/>
    <dgm:cxn modelId="{A032788F-9E05-4289-9B81-3E5D67A136AF}" srcId="{FA0DBFC3-5A1E-4054-8A40-F2EBA33757C0}" destId="{412EABB7-1FCA-4145-84AB-4E14DD474111}" srcOrd="3" destOrd="0" parTransId="{6884F510-8931-4419-97AE-F3F162AEDA27}" sibTransId="{B9EDCD97-B06C-48BC-A80E-C3DCE4585A68}"/>
    <dgm:cxn modelId="{08E0509B-5402-4CFD-8D4F-11CA74D76135}" type="presOf" srcId="{9EA93AC0-5A7F-4CF6-8245-7CFF5DDA28F4}" destId="{D283836A-EAE8-4F2B-948F-3A0CD5224503}" srcOrd="0" destOrd="0" presId="urn:microsoft.com/office/officeart/2005/8/layout/vList2"/>
    <dgm:cxn modelId="{9097FDAA-CE0E-415C-BC81-69E000C6ABEB}" srcId="{FA0DBFC3-5A1E-4054-8A40-F2EBA33757C0}" destId="{CB184B63-429D-49A9-AB3C-61A2EDA2A2E9}" srcOrd="0" destOrd="0" parTransId="{CBEDF392-E0AF-4C38-A4DF-95D7266BC083}" sibTransId="{B5CEE13E-6904-4A7A-94A3-FE7843C0B4DC}"/>
    <dgm:cxn modelId="{9CC090AD-CAB6-4725-B1F3-19E5167E21F1}" srcId="{FA0DBFC3-5A1E-4054-8A40-F2EBA33757C0}" destId="{C4D59B45-2FE5-424C-85E5-BD63C5638E3A}" srcOrd="1" destOrd="0" parTransId="{824B2F65-4AD6-4D8B-AC3A-70BEE5E307A5}" sibTransId="{E150AB32-7F14-462F-BDBC-4F5D57E172F0}"/>
    <dgm:cxn modelId="{B21D35C1-2B29-4366-ABC6-FD497002876F}" type="presOf" srcId="{E3F7A2D4-2611-4302-B75F-05550C0EA67D}" destId="{153764F9-AC20-4D94-AABA-FDA2C9693B97}" srcOrd="0" destOrd="0" presId="urn:microsoft.com/office/officeart/2005/8/layout/vList2"/>
    <dgm:cxn modelId="{3B3E31E5-7F7C-48D1-B5BC-91703DE57173}" type="presOf" srcId="{C4D59B45-2FE5-424C-85E5-BD63C5638E3A}" destId="{ACF1816C-F2C5-4277-AC97-8D4A9DC6A75E}" srcOrd="0" destOrd="0" presId="urn:microsoft.com/office/officeart/2005/8/layout/vList2"/>
    <dgm:cxn modelId="{5ED8A2ED-42B0-49A6-BEE1-0CA26B35B2FE}" type="presOf" srcId="{FA0DBFC3-5A1E-4054-8A40-F2EBA33757C0}" destId="{16A3C662-8D1B-4FE7-998F-3614B60FC5BC}" srcOrd="0" destOrd="0" presId="urn:microsoft.com/office/officeart/2005/8/layout/vList2"/>
    <dgm:cxn modelId="{C0775BF9-017E-4AD7-AF03-0AA45C3E98F4}" type="presOf" srcId="{E60670B5-715A-40CF-B9F8-352EED8F1F84}" destId="{2669E951-0B7D-48A8-8A25-0B2910C71B59}" srcOrd="0" destOrd="0" presId="urn:microsoft.com/office/officeart/2005/8/layout/vList2"/>
    <dgm:cxn modelId="{D53466FE-14D9-4729-A063-5D4246CB1DB1}" type="presOf" srcId="{CB184B63-429D-49A9-AB3C-61A2EDA2A2E9}" destId="{C9243D3C-D3FB-4405-852D-5D1BA8C9A57A}" srcOrd="0" destOrd="0" presId="urn:microsoft.com/office/officeart/2005/8/layout/vList2"/>
    <dgm:cxn modelId="{A41D7E7E-7BB6-4C57-9B40-B156B7FDEE4B}" type="presParOf" srcId="{16A3C662-8D1B-4FE7-998F-3614B60FC5BC}" destId="{C9243D3C-D3FB-4405-852D-5D1BA8C9A57A}" srcOrd="0" destOrd="0" presId="urn:microsoft.com/office/officeart/2005/8/layout/vList2"/>
    <dgm:cxn modelId="{94DD3562-9ADA-47EE-91EE-E05D8AB2E7D9}" type="presParOf" srcId="{16A3C662-8D1B-4FE7-998F-3614B60FC5BC}" destId="{BA60418E-BBE1-4715-81CE-334B0115C341}" srcOrd="1" destOrd="0" presId="urn:microsoft.com/office/officeart/2005/8/layout/vList2"/>
    <dgm:cxn modelId="{65B67588-79BC-4A94-AB3B-248CDBA53C7F}" type="presParOf" srcId="{16A3C662-8D1B-4FE7-998F-3614B60FC5BC}" destId="{ACF1816C-F2C5-4277-AC97-8D4A9DC6A75E}" srcOrd="2" destOrd="0" presId="urn:microsoft.com/office/officeart/2005/8/layout/vList2"/>
    <dgm:cxn modelId="{90BB313F-9A6B-4812-9D6E-AB16B8F96E6B}" type="presParOf" srcId="{16A3C662-8D1B-4FE7-998F-3614B60FC5BC}" destId="{352585B9-0B23-4750-8774-A0D109EC9A06}" srcOrd="3" destOrd="0" presId="urn:microsoft.com/office/officeart/2005/8/layout/vList2"/>
    <dgm:cxn modelId="{895788CD-2C06-458B-AF76-3C442C594338}" type="presParOf" srcId="{16A3C662-8D1B-4FE7-998F-3614B60FC5BC}" destId="{D283836A-EAE8-4F2B-948F-3A0CD5224503}" srcOrd="4" destOrd="0" presId="urn:microsoft.com/office/officeart/2005/8/layout/vList2"/>
    <dgm:cxn modelId="{5C6E110D-383D-4D0C-B0F0-516D650619F9}" type="presParOf" srcId="{16A3C662-8D1B-4FE7-998F-3614B60FC5BC}" destId="{2395EE5F-13DA-49F8-BC04-6D3E0180E8CE}" srcOrd="5" destOrd="0" presId="urn:microsoft.com/office/officeart/2005/8/layout/vList2"/>
    <dgm:cxn modelId="{602E8E5D-E8AF-4F4F-86C1-5EF85ADB0233}" type="presParOf" srcId="{16A3C662-8D1B-4FE7-998F-3614B60FC5BC}" destId="{5DE77BC7-5651-4715-8CD4-77512C6AD07F}" srcOrd="6" destOrd="0" presId="urn:microsoft.com/office/officeart/2005/8/layout/vList2"/>
    <dgm:cxn modelId="{4FC7FDBB-D616-457A-908F-D156E589B71E}" type="presParOf" srcId="{16A3C662-8D1B-4FE7-998F-3614B60FC5BC}" destId="{2726E121-B521-40DF-AF9F-14CFAC1129BE}" srcOrd="7" destOrd="0" presId="urn:microsoft.com/office/officeart/2005/8/layout/vList2"/>
    <dgm:cxn modelId="{B01913EA-F0C3-4A61-BABA-33FCC780C8F6}" type="presParOf" srcId="{16A3C662-8D1B-4FE7-998F-3614B60FC5BC}" destId="{153764F9-AC20-4D94-AABA-FDA2C9693B97}" srcOrd="8" destOrd="0" presId="urn:microsoft.com/office/officeart/2005/8/layout/vList2"/>
    <dgm:cxn modelId="{6BA707F2-173A-421D-8368-41C0E7AC9ECB}" type="presParOf" srcId="{16A3C662-8D1B-4FE7-998F-3614B60FC5BC}" destId="{DF042FE6-D2BC-4FFC-8858-51A634693A37}" srcOrd="9" destOrd="0" presId="urn:microsoft.com/office/officeart/2005/8/layout/vList2"/>
    <dgm:cxn modelId="{CC61750F-CFA9-4401-B8B5-05162BE4333F}" type="presParOf" srcId="{16A3C662-8D1B-4FE7-998F-3614B60FC5BC}" destId="{50377519-1578-4BB4-B8FA-A1B048CEC793}" srcOrd="10" destOrd="0" presId="urn:microsoft.com/office/officeart/2005/8/layout/vList2"/>
    <dgm:cxn modelId="{13540A20-2409-4D0A-9547-F27DF6C57A7E}" type="presParOf" srcId="{16A3C662-8D1B-4FE7-998F-3614B60FC5BC}" destId="{132DA254-C784-4F4E-8419-88F0CB3BF114}" srcOrd="11" destOrd="0" presId="urn:microsoft.com/office/officeart/2005/8/layout/vList2"/>
    <dgm:cxn modelId="{4E0FC823-7D8E-4CA2-A9AF-23A6D564A062}" type="presParOf" srcId="{16A3C662-8D1B-4FE7-998F-3614B60FC5BC}" destId="{2669E951-0B7D-48A8-8A25-0B2910C71B59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E9603106-42E5-464B-AAE4-BA8EF72DE413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6BBDCC6-E9B9-46C5-8EB4-9EF22D6DC70F}">
      <dgm:prSet/>
      <dgm:spPr/>
      <dgm:t>
        <a:bodyPr/>
        <a:lstStyle/>
        <a:p>
          <a:r>
            <a:rPr lang="en-US"/>
            <a:t>• Developed a functional ASL static gesture recognizer.</a:t>
          </a:r>
        </a:p>
      </dgm:t>
    </dgm:pt>
    <dgm:pt modelId="{07A929A2-E73F-45A6-AA52-F12BFBB4D022}" type="parTrans" cxnId="{7301F520-9775-4916-845B-77DA858A94EE}">
      <dgm:prSet/>
      <dgm:spPr/>
      <dgm:t>
        <a:bodyPr/>
        <a:lstStyle/>
        <a:p>
          <a:endParaRPr lang="en-US"/>
        </a:p>
      </dgm:t>
    </dgm:pt>
    <dgm:pt modelId="{1072D19B-F706-4550-9803-F1E01846FEA2}" type="sibTrans" cxnId="{7301F520-9775-4916-845B-77DA858A94EE}">
      <dgm:prSet/>
      <dgm:spPr/>
      <dgm:t>
        <a:bodyPr/>
        <a:lstStyle/>
        <a:p>
          <a:endParaRPr lang="en-US"/>
        </a:p>
      </dgm:t>
    </dgm:pt>
    <dgm:pt modelId="{22532983-3492-4EAF-A4AA-21C4DB98D807}">
      <dgm:prSet/>
      <dgm:spPr/>
      <dgm:t>
        <a:bodyPr/>
        <a:lstStyle/>
        <a:p>
          <a:r>
            <a:rPr lang="en-US"/>
            <a:t>• Demonstrated real-time classification with confidence display.</a:t>
          </a:r>
        </a:p>
      </dgm:t>
    </dgm:pt>
    <dgm:pt modelId="{43883AF5-8374-4926-BE1A-FC0CC291BC3A}" type="parTrans" cxnId="{63B6EC0C-63B7-4DC4-B1A0-E51111270573}">
      <dgm:prSet/>
      <dgm:spPr/>
      <dgm:t>
        <a:bodyPr/>
        <a:lstStyle/>
        <a:p>
          <a:endParaRPr lang="en-US"/>
        </a:p>
      </dgm:t>
    </dgm:pt>
    <dgm:pt modelId="{774BD0B1-720E-40B3-B695-2E9CFF5075B1}" type="sibTrans" cxnId="{63B6EC0C-63B7-4DC4-B1A0-E51111270573}">
      <dgm:prSet/>
      <dgm:spPr/>
      <dgm:t>
        <a:bodyPr/>
        <a:lstStyle/>
        <a:p>
          <a:endParaRPr lang="en-US"/>
        </a:p>
      </dgm:t>
    </dgm:pt>
    <dgm:pt modelId="{5FD95BB0-A901-4D67-8EE1-1527EA47D04F}">
      <dgm:prSet/>
      <dgm:spPr/>
      <dgm:t>
        <a:bodyPr/>
        <a:lstStyle/>
        <a:p>
          <a:r>
            <a:rPr lang="en-US"/>
            <a:t>• Provides foundation for future dynamic ASL extensions.</a:t>
          </a:r>
        </a:p>
      </dgm:t>
    </dgm:pt>
    <dgm:pt modelId="{DE1CBFC6-78DB-46B3-A8A3-83BBD46A9DDA}" type="parTrans" cxnId="{5DAE74F6-EA1C-42CF-BE82-691454089941}">
      <dgm:prSet/>
      <dgm:spPr/>
      <dgm:t>
        <a:bodyPr/>
        <a:lstStyle/>
        <a:p>
          <a:endParaRPr lang="en-US"/>
        </a:p>
      </dgm:t>
    </dgm:pt>
    <dgm:pt modelId="{542397A9-305A-4D20-A0F6-EDDBF01C2763}" type="sibTrans" cxnId="{5DAE74F6-EA1C-42CF-BE82-691454089941}">
      <dgm:prSet/>
      <dgm:spPr/>
      <dgm:t>
        <a:bodyPr/>
        <a:lstStyle/>
        <a:p>
          <a:endParaRPr lang="en-US"/>
        </a:p>
      </dgm:t>
    </dgm:pt>
    <dgm:pt modelId="{F3F58DCE-D1D5-4E5F-958A-03093DEAFFEF}">
      <dgm:prSet/>
      <dgm:spPr/>
      <dgm:t>
        <a:bodyPr/>
        <a:lstStyle/>
        <a:p>
          <a:r>
            <a:rPr lang="en-US"/>
            <a:t>• Promotes accessibility through low-cost, open-source technology.</a:t>
          </a:r>
        </a:p>
      </dgm:t>
    </dgm:pt>
    <dgm:pt modelId="{CC0F1BD8-0D9A-4B58-850A-84024452DCB0}" type="parTrans" cxnId="{9ACC30AF-2A85-4465-A0F9-4E69F00D4587}">
      <dgm:prSet/>
      <dgm:spPr/>
      <dgm:t>
        <a:bodyPr/>
        <a:lstStyle/>
        <a:p>
          <a:endParaRPr lang="en-US"/>
        </a:p>
      </dgm:t>
    </dgm:pt>
    <dgm:pt modelId="{0C3E4397-DD6E-4090-86DC-FAB43D4EF7DC}" type="sibTrans" cxnId="{9ACC30AF-2A85-4465-A0F9-4E69F00D4587}">
      <dgm:prSet/>
      <dgm:spPr/>
      <dgm:t>
        <a:bodyPr/>
        <a:lstStyle/>
        <a:p>
          <a:endParaRPr lang="en-US"/>
        </a:p>
      </dgm:t>
    </dgm:pt>
    <dgm:pt modelId="{D68C6BD1-E51B-4C8C-B7A4-1FB4473CAFBB}" type="pres">
      <dgm:prSet presAssocID="{E9603106-42E5-464B-AAE4-BA8EF72DE413}" presName="linear" presStyleCnt="0">
        <dgm:presLayoutVars>
          <dgm:animLvl val="lvl"/>
          <dgm:resizeHandles val="exact"/>
        </dgm:presLayoutVars>
      </dgm:prSet>
      <dgm:spPr/>
    </dgm:pt>
    <dgm:pt modelId="{4420B795-19DD-4758-A076-C3C7AD9ADDDA}" type="pres">
      <dgm:prSet presAssocID="{B6BBDCC6-E9B9-46C5-8EB4-9EF22D6DC70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7F6F237-4581-4B58-B710-E41412B8A615}" type="pres">
      <dgm:prSet presAssocID="{1072D19B-F706-4550-9803-F1E01846FEA2}" presName="spacer" presStyleCnt="0"/>
      <dgm:spPr/>
    </dgm:pt>
    <dgm:pt modelId="{8F9A9B47-8246-4437-8D62-E9081F01CC14}" type="pres">
      <dgm:prSet presAssocID="{22532983-3492-4EAF-A4AA-21C4DB98D80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7600447-BBE7-4B91-80E6-66D2BCE0665A}" type="pres">
      <dgm:prSet presAssocID="{774BD0B1-720E-40B3-B695-2E9CFF5075B1}" presName="spacer" presStyleCnt="0"/>
      <dgm:spPr/>
    </dgm:pt>
    <dgm:pt modelId="{5832B1B7-10FC-4501-82D9-7CD6CACF8CDF}" type="pres">
      <dgm:prSet presAssocID="{5FD95BB0-A901-4D67-8EE1-1527EA47D04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63C0114-E8B6-4C33-ABCB-68559C946AC9}" type="pres">
      <dgm:prSet presAssocID="{542397A9-305A-4D20-A0F6-EDDBF01C2763}" presName="spacer" presStyleCnt="0"/>
      <dgm:spPr/>
    </dgm:pt>
    <dgm:pt modelId="{575A255E-5AB2-4009-AE95-5D845FCC638C}" type="pres">
      <dgm:prSet presAssocID="{F3F58DCE-D1D5-4E5F-958A-03093DEAFFE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3B6EC0C-63B7-4DC4-B1A0-E51111270573}" srcId="{E9603106-42E5-464B-AAE4-BA8EF72DE413}" destId="{22532983-3492-4EAF-A4AA-21C4DB98D807}" srcOrd="1" destOrd="0" parTransId="{43883AF5-8374-4926-BE1A-FC0CC291BC3A}" sibTransId="{774BD0B1-720E-40B3-B695-2E9CFF5075B1}"/>
    <dgm:cxn modelId="{7301F520-9775-4916-845B-77DA858A94EE}" srcId="{E9603106-42E5-464B-AAE4-BA8EF72DE413}" destId="{B6BBDCC6-E9B9-46C5-8EB4-9EF22D6DC70F}" srcOrd="0" destOrd="0" parTransId="{07A929A2-E73F-45A6-AA52-F12BFBB4D022}" sibTransId="{1072D19B-F706-4550-9803-F1E01846FEA2}"/>
    <dgm:cxn modelId="{9644A234-5FC9-45EC-A0E9-7E90DE018CAE}" type="presOf" srcId="{F3F58DCE-D1D5-4E5F-958A-03093DEAFFEF}" destId="{575A255E-5AB2-4009-AE95-5D845FCC638C}" srcOrd="0" destOrd="0" presId="urn:microsoft.com/office/officeart/2005/8/layout/vList2"/>
    <dgm:cxn modelId="{F4ABF483-C8C1-4233-8920-E4B87A013109}" type="presOf" srcId="{5FD95BB0-A901-4D67-8EE1-1527EA47D04F}" destId="{5832B1B7-10FC-4501-82D9-7CD6CACF8CDF}" srcOrd="0" destOrd="0" presId="urn:microsoft.com/office/officeart/2005/8/layout/vList2"/>
    <dgm:cxn modelId="{5412A6AC-3653-48D8-A3D9-A3F43E9A22BF}" type="presOf" srcId="{E9603106-42E5-464B-AAE4-BA8EF72DE413}" destId="{D68C6BD1-E51B-4C8C-B7A4-1FB4473CAFBB}" srcOrd="0" destOrd="0" presId="urn:microsoft.com/office/officeart/2005/8/layout/vList2"/>
    <dgm:cxn modelId="{9ACC30AF-2A85-4465-A0F9-4E69F00D4587}" srcId="{E9603106-42E5-464B-AAE4-BA8EF72DE413}" destId="{F3F58DCE-D1D5-4E5F-958A-03093DEAFFEF}" srcOrd="3" destOrd="0" parTransId="{CC0F1BD8-0D9A-4B58-850A-84024452DCB0}" sibTransId="{0C3E4397-DD6E-4090-86DC-FAB43D4EF7DC}"/>
    <dgm:cxn modelId="{D77E71B8-59E6-4643-A33B-BED3F3DC6DB3}" type="presOf" srcId="{22532983-3492-4EAF-A4AA-21C4DB98D807}" destId="{8F9A9B47-8246-4437-8D62-E9081F01CC14}" srcOrd="0" destOrd="0" presId="urn:microsoft.com/office/officeart/2005/8/layout/vList2"/>
    <dgm:cxn modelId="{2AE33ACF-33DD-479D-8C11-E81BCF012812}" type="presOf" srcId="{B6BBDCC6-E9B9-46C5-8EB4-9EF22D6DC70F}" destId="{4420B795-19DD-4758-A076-C3C7AD9ADDDA}" srcOrd="0" destOrd="0" presId="urn:microsoft.com/office/officeart/2005/8/layout/vList2"/>
    <dgm:cxn modelId="{5DAE74F6-EA1C-42CF-BE82-691454089941}" srcId="{E9603106-42E5-464B-AAE4-BA8EF72DE413}" destId="{5FD95BB0-A901-4D67-8EE1-1527EA47D04F}" srcOrd="2" destOrd="0" parTransId="{DE1CBFC6-78DB-46B3-A8A3-83BBD46A9DDA}" sibTransId="{542397A9-305A-4D20-A0F6-EDDBF01C2763}"/>
    <dgm:cxn modelId="{F3A73B86-803F-47DA-AD89-E0396B2639F2}" type="presParOf" srcId="{D68C6BD1-E51B-4C8C-B7A4-1FB4473CAFBB}" destId="{4420B795-19DD-4758-A076-C3C7AD9ADDDA}" srcOrd="0" destOrd="0" presId="urn:microsoft.com/office/officeart/2005/8/layout/vList2"/>
    <dgm:cxn modelId="{ED1DE030-A31C-4173-B916-41BF8131DD15}" type="presParOf" srcId="{D68C6BD1-E51B-4C8C-B7A4-1FB4473CAFBB}" destId="{27F6F237-4581-4B58-B710-E41412B8A615}" srcOrd="1" destOrd="0" presId="urn:microsoft.com/office/officeart/2005/8/layout/vList2"/>
    <dgm:cxn modelId="{6177469F-BE10-4376-8E1F-BEB2AF8B45B3}" type="presParOf" srcId="{D68C6BD1-E51B-4C8C-B7A4-1FB4473CAFBB}" destId="{8F9A9B47-8246-4437-8D62-E9081F01CC14}" srcOrd="2" destOrd="0" presId="urn:microsoft.com/office/officeart/2005/8/layout/vList2"/>
    <dgm:cxn modelId="{5FE5E763-DC9F-4612-91C8-2DECC3D36936}" type="presParOf" srcId="{D68C6BD1-E51B-4C8C-B7A4-1FB4473CAFBB}" destId="{A7600447-BBE7-4B91-80E6-66D2BCE0665A}" srcOrd="3" destOrd="0" presId="urn:microsoft.com/office/officeart/2005/8/layout/vList2"/>
    <dgm:cxn modelId="{207BF941-63BE-4513-A66A-67E6050BAC63}" type="presParOf" srcId="{D68C6BD1-E51B-4C8C-B7A4-1FB4473CAFBB}" destId="{5832B1B7-10FC-4501-82D9-7CD6CACF8CDF}" srcOrd="4" destOrd="0" presId="urn:microsoft.com/office/officeart/2005/8/layout/vList2"/>
    <dgm:cxn modelId="{CFBC2840-3A22-4BC6-B0BE-577BA07F125B}" type="presParOf" srcId="{D68C6BD1-E51B-4C8C-B7A4-1FB4473CAFBB}" destId="{E63C0114-E8B6-4C33-ABCB-68559C946AC9}" srcOrd="5" destOrd="0" presId="urn:microsoft.com/office/officeart/2005/8/layout/vList2"/>
    <dgm:cxn modelId="{EF39BD00-2F32-44A5-B705-D939E6B9CFF8}" type="presParOf" srcId="{D68C6BD1-E51B-4C8C-B7A4-1FB4473CAFBB}" destId="{575A255E-5AB2-4009-AE95-5D845FCC638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451ADB9D-BAB1-4B4A-BDE7-2811961AD22E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0D533A3-6335-4485-B69F-82A83054F5D8}">
      <dgm:prSet/>
      <dgm:spPr/>
      <dgm:t>
        <a:bodyPr/>
        <a:lstStyle/>
        <a:p>
          <a:r>
            <a:rPr lang="en-US"/>
            <a:t>• Tharun Guntupalli: Data collection, model training, and system integration.</a:t>
          </a:r>
        </a:p>
      </dgm:t>
    </dgm:pt>
    <dgm:pt modelId="{4E1CC9E5-AEEC-41B7-95CE-F3737BC30F2D}" type="parTrans" cxnId="{93BADF1C-1500-4797-A3DD-77DAC0EF5F10}">
      <dgm:prSet/>
      <dgm:spPr/>
      <dgm:t>
        <a:bodyPr/>
        <a:lstStyle/>
        <a:p>
          <a:endParaRPr lang="en-US"/>
        </a:p>
      </dgm:t>
    </dgm:pt>
    <dgm:pt modelId="{ACA9C08B-D483-4B87-85C8-A36DC320E77F}" type="sibTrans" cxnId="{93BADF1C-1500-4797-A3DD-77DAC0EF5F10}">
      <dgm:prSet/>
      <dgm:spPr/>
      <dgm:t>
        <a:bodyPr/>
        <a:lstStyle/>
        <a:p>
          <a:endParaRPr lang="en-US"/>
        </a:p>
      </dgm:t>
    </dgm:pt>
    <dgm:pt modelId="{CD3AA1E5-D0B1-4478-9CC4-5C47A3D84610}">
      <dgm:prSet/>
      <dgm:spPr/>
      <dgm:t>
        <a:bodyPr/>
        <a:lstStyle/>
        <a:p>
          <a:r>
            <a:rPr lang="en-US"/>
            <a:t>• Lakshmi Narayana Naraboiena: Data preprocessing, GUI design, and evaluation.</a:t>
          </a:r>
        </a:p>
      </dgm:t>
    </dgm:pt>
    <dgm:pt modelId="{3E75C273-1C42-47F9-88D9-1653050B4EA0}" type="parTrans" cxnId="{D5BD29FD-10CA-4348-99D0-D5E0CE3168C3}">
      <dgm:prSet/>
      <dgm:spPr/>
      <dgm:t>
        <a:bodyPr/>
        <a:lstStyle/>
        <a:p>
          <a:endParaRPr lang="en-US"/>
        </a:p>
      </dgm:t>
    </dgm:pt>
    <dgm:pt modelId="{C70213DB-0BCC-4F73-B100-EE8CF7EE9B6A}" type="sibTrans" cxnId="{D5BD29FD-10CA-4348-99D0-D5E0CE3168C3}">
      <dgm:prSet/>
      <dgm:spPr/>
      <dgm:t>
        <a:bodyPr/>
        <a:lstStyle/>
        <a:p>
          <a:endParaRPr lang="en-US"/>
        </a:p>
      </dgm:t>
    </dgm:pt>
    <dgm:pt modelId="{3F92704C-5ACB-4B9F-8DFF-1B0940B380A8}">
      <dgm:prSet/>
      <dgm:spPr/>
      <dgm:t>
        <a:bodyPr/>
        <a:lstStyle/>
        <a:p>
          <a:r>
            <a:rPr lang="en-US"/>
            <a:t>• Faculty Coach: Dr. Robert Gilliland – guidance and project feedback.</a:t>
          </a:r>
        </a:p>
      </dgm:t>
    </dgm:pt>
    <dgm:pt modelId="{786F1F86-B0FD-4064-B9D0-3968BFA71020}" type="parTrans" cxnId="{F1D102D0-E06B-4792-8292-FDDCBD9A7EE0}">
      <dgm:prSet/>
      <dgm:spPr/>
      <dgm:t>
        <a:bodyPr/>
        <a:lstStyle/>
        <a:p>
          <a:endParaRPr lang="en-US"/>
        </a:p>
      </dgm:t>
    </dgm:pt>
    <dgm:pt modelId="{DC89AAFE-51A9-4AF2-8906-D96F2A985260}" type="sibTrans" cxnId="{F1D102D0-E06B-4792-8292-FDDCBD9A7EE0}">
      <dgm:prSet/>
      <dgm:spPr/>
      <dgm:t>
        <a:bodyPr/>
        <a:lstStyle/>
        <a:p>
          <a:endParaRPr lang="en-US"/>
        </a:p>
      </dgm:t>
    </dgm:pt>
    <dgm:pt modelId="{EC744E8C-259E-45F9-BA80-DBD8E9A92019}" type="pres">
      <dgm:prSet presAssocID="{451ADB9D-BAB1-4B4A-BDE7-2811961AD22E}" presName="linear" presStyleCnt="0">
        <dgm:presLayoutVars>
          <dgm:animLvl val="lvl"/>
          <dgm:resizeHandles val="exact"/>
        </dgm:presLayoutVars>
      </dgm:prSet>
      <dgm:spPr/>
    </dgm:pt>
    <dgm:pt modelId="{1DF5CEEA-5C9C-49CD-8086-06430EF45649}" type="pres">
      <dgm:prSet presAssocID="{90D533A3-6335-4485-B69F-82A83054F5D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7898432-25CE-4053-8F9A-56D96C1CA33C}" type="pres">
      <dgm:prSet presAssocID="{ACA9C08B-D483-4B87-85C8-A36DC320E77F}" presName="spacer" presStyleCnt="0"/>
      <dgm:spPr/>
    </dgm:pt>
    <dgm:pt modelId="{64FBD595-C7D5-4A13-9F8B-48D8BE0AAAD1}" type="pres">
      <dgm:prSet presAssocID="{CD3AA1E5-D0B1-4478-9CC4-5C47A3D8461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9087203-F4A2-4631-AAA7-929B0E64AEC1}" type="pres">
      <dgm:prSet presAssocID="{C70213DB-0BCC-4F73-B100-EE8CF7EE9B6A}" presName="spacer" presStyleCnt="0"/>
      <dgm:spPr/>
    </dgm:pt>
    <dgm:pt modelId="{3EFD55AF-3532-4AD9-BDB1-AD3864AB967E}" type="pres">
      <dgm:prSet presAssocID="{3F92704C-5ACB-4B9F-8DFF-1B0940B380A8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93E7D31A-C7BB-4954-B8DA-6AEFAEDDDB77}" type="presOf" srcId="{3F92704C-5ACB-4B9F-8DFF-1B0940B380A8}" destId="{3EFD55AF-3532-4AD9-BDB1-AD3864AB967E}" srcOrd="0" destOrd="0" presId="urn:microsoft.com/office/officeart/2005/8/layout/vList2"/>
    <dgm:cxn modelId="{93BADF1C-1500-4797-A3DD-77DAC0EF5F10}" srcId="{451ADB9D-BAB1-4B4A-BDE7-2811961AD22E}" destId="{90D533A3-6335-4485-B69F-82A83054F5D8}" srcOrd="0" destOrd="0" parTransId="{4E1CC9E5-AEEC-41B7-95CE-F3737BC30F2D}" sibTransId="{ACA9C08B-D483-4B87-85C8-A36DC320E77F}"/>
    <dgm:cxn modelId="{1EE68F7B-53B8-44C2-9D58-4AB24198646C}" type="presOf" srcId="{451ADB9D-BAB1-4B4A-BDE7-2811961AD22E}" destId="{EC744E8C-259E-45F9-BA80-DBD8E9A92019}" srcOrd="0" destOrd="0" presId="urn:microsoft.com/office/officeart/2005/8/layout/vList2"/>
    <dgm:cxn modelId="{111CFBBB-32B8-4750-80E5-7DE9B124AA23}" type="presOf" srcId="{90D533A3-6335-4485-B69F-82A83054F5D8}" destId="{1DF5CEEA-5C9C-49CD-8086-06430EF45649}" srcOrd="0" destOrd="0" presId="urn:microsoft.com/office/officeart/2005/8/layout/vList2"/>
    <dgm:cxn modelId="{F1D102D0-E06B-4792-8292-FDDCBD9A7EE0}" srcId="{451ADB9D-BAB1-4B4A-BDE7-2811961AD22E}" destId="{3F92704C-5ACB-4B9F-8DFF-1B0940B380A8}" srcOrd="2" destOrd="0" parTransId="{786F1F86-B0FD-4064-B9D0-3968BFA71020}" sibTransId="{DC89AAFE-51A9-4AF2-8906-D96F2A985260}"/>
    <dgm:cxn modelId="{51AF3ED4-2304-4441-8225-1B9C26ACAA3C}" type="presOf" srcId="{CD3AA1E5-D0B1-4478-9CC4-5C47A3D84610}" destId="{64FBD595-C7D5-4A13-9F8B-48D8BE0AAAD1}" srcOrd="0" destOrd="0" presId="urn:microsoft.com/office/officeart/2005/8/layout/vList2"/>
    <dgm:cxn modelId="{D5BD29FD-10CA-4348-99D0-D5E0CE3168C3}" srcId="{451ADB9D-BAB1-4B4A-BDE7-2811961AD22E}" destId="{CD3AA1E5-D0B1-4478-9CC4-5C47A3D84610}" srcOrd="1" destOrd="0" parTransId="{3E75C273-1C42-47F9-88D9-1653050B4EA0}" sibTransId="{C70213DB-0BCC-4F73-B100-EE8CF7EE9B6A}"/>
    <dgm:cxn modelId="{754CA485-CA45-407E-AC92-788AB7F933E3}" type="presParOf" srcId="{EC744E8C-259E-45F9-BA80-DBD8E9A92019}" destId="{1DF5CEEA-5C9C-49CD-8086-06430EF45649}" srcOrd="0" destOrd="0" presId="urn:microsoft.com/office/officeart/2005/8/layout/vList2"/>
    <dgm:cxn modelId="{26CC4602-CDA3-4070-8B8A-6895CCB30A95}" type="presParOf" srcId="{EC744E8C-259E-45F9-BA80-DBD8E9A92019}" destId="{F7898432-25CE-4053-8F9A-56D96C1CA33C}" srcOrd="1" destOrd="0" presId="urn:microsoft.com/office/officeart/2005/8/layout/vList2"/>
    <dgm:cxn modelId="{CB2B3883-8C73-4EC9-84AB-9506832848F1}" type="presParOf" srcId="{EC744E8C-259E-45F9-BA80-DBD8E9A92019}" destId="{64FBD595-C7D5-4A13-9F8B-48D8BE0AAAD1}" srcOrd="2" destOrd="0" presId="urn:microsoft.com/office/officeart/2005/8/layout/vList2"/>
    <dgm:cxn modelId="{DA25BFC0-5ACF-46C1-A57E-7900F6BD9541}" type="presParOf" srcId="{EC744E8C-259E-45F9-BA80-DBD8E9A92019}" destId="{99087203-F4A2-4631-AAA7-929B0E64AEC1}" srcOrd="3" destOrd="0" presId="urn:microsoft.com/office/officeart/2005/8/layout/vList2"/>
    <dgm:cxn modelId="{B8CD9A63-9286-4AB8-8661-715C3414B381}" type="presParOf" srcId="{EC744E8C-259E-45F9-BA80-DBD8E9A92019}" destId="{3EFD55AF-3532-4AD9-BDB1-AD3864AB967E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5DE99783-8775-422F-95AA-551BFC07CC13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0DB7FFF-72D6-4CA8-A347-8C65451713EA}">
      <dgm:prSet/>
      <dgm:spPr/>
      <dgm:t>
        <a:bodyPr/>
        <a:lstStyle/>
        <a:p>
          <a:r>
            <a:rPr lang="en-US"/>
            <a:t>• MediaPipe Hands by Google Research.</a:t>
          </a:r>
        </a:p>
      </dgm:t>
    </dgm:pt>
    <dgm:pt modelId="{3C802DF9-5E45-4EF0-A542-D01899AF6CC7}" type="parTrans" cxnId="{A44CD1DE-AE3D-4461-849D-38BD516082F2}">
      <dgm:prSet/>
      <dgm:spPr/>
      <dgm:t>
        <a:bodyPr/>
        <a:lstStyle/>
        <a:p>
          <a:endParaRPr lang="en-US"/>
        </a:p>
      </dgm:t>
    </dgm:pt>
    <dgm:pt modelId="{6C10DA5E-AD84-422E-AE93-DAB431594A76}" type="sibTrans" cxnId="{A44CD1DE-AE3D-4461-849D-38BD516082F2}">
      <dgm:prSet/>
      <dgm:spPr/>
      <dgm:t>
        <a:bodyPr/>
        <a:lstStyle/>
        <a:p>
          <a:endParaRPr lang="en-US"/>
        </a:p>
      </dgm:t>
    </dgm:pt>
    <dgm:pt modelId="{B979D8CB-ABA3-4089-8F22-19C2435B32EF}">
      <dgm:prSet/>
      <dgm:spPr/>
      <dgm:t>
        <a:bodyPr/>
        <a:lstStyle/>
        <a:p>
          <a:r>
            <a:rPr lang="en-US"/>
            <a:t>• scikit-learn, OpenCV, pandas, numpy libraries.</a:t>
          </a:r>
        </a:p>
      </dgm:t>
    </dgm:pt>
    <dgm:pt modelId="{E08A3BB4-4AE1-416F-B397-3E3D20BDC7DB}" type="parTrans" cxnId="{EBD71545-3DB9-4B2D-82E4-5ACBD7168260}">
      <dgm:prSet/>
      <dgm:spPr/>
      <dgm:t>
        <a:bodyPr/>
        <a:lstStyle/>
        <a:p>
          <a:endParaRPr lang="en-US"/>
        </a:p>
      </dgm:t>
    </dgm:pt>
    <dgm:pt modelId="{E5F28DE4-A8F8-4B16-AEFF-E5984041231B}" type="sibTrans" cxnId="{EBD71545-3DB9-4B2D-82E4-5ACBD7168260}">
      <dgm:prSet/>
      <dgm:spPr/>
      <dgm:t>
        <a:bodyPr/>
        <a:lstStyle/>
        <a:p>
          <a:endParaRPr lang="en-US"/>
        </a:p>
      </dgm:t>
    </dgm:pt>
    <dgm:pt modelId="{6E327E6A-AD7A-48C3-8C8B-A2F3DD8361B7}">
      <dgm:prSet/>
      <dgm:spPr/>
      <dgm:t>
        <a:bodyPr/>
        <a:lstStyle/>
        <a:p>
          <a:r>
            <a:rPr lang="en-US"/>
            <a:t>• Dataset: Custom ASL samples recorded by project team.</a:t>
          </a:r>
        </a:p>
      </dgm:t>
    </dgm:pt>
    <dgm:pt modelId="{E6C74492-3A8D-4933-8514-EE50CB816A45}" type="parTrans" cxnId="{7CFBA9B0-31C0-46DE-B791-6612F87942D3}">
      <dgm:prSet/>
      <dgm:spPr/>
      <dgm:t>
        <a:bodyPr/>
        <a:lstStyle/>
        <a:p>
          <a:endParaRPr lang="en-US"/>
        </a:p>
      </dgm:t>
    </dgm:pt>
    <dgm:pt modelId="{298A1A58-8E27-4FEA-8E6A-76BA09B1271E}" type="sibTrans" cxnId="{7CFBA9B0-31C0-46DE-B791-6612F87942D3}">
      <dgm:prSet/>
      <dgm:spPr/>
      <dgm:t>
        <a:bodyPr/>
        <a:lstStyle/>
        <a:p>
          <a:endParaRPr lang="en-US"/>
        </a:p>
      </dgm:t>
    </dgm:pt>
    <dgm:pt modelId="{396A3C59-E2E2-49FC-B8AF-6C04424355D4}">
      <dgm:prSet/>
      <dgm:spPr/>
      <dgm:t>
        <a:bodyPr/>
        <a:lstStyle/>
        <a:p>
          <a:r>
            <a:rPr lang="en-US"/>
            <a:t>• Youngstown State University – School of Computer Science, Information &amp; Engineering Technology.</a:t>
          </a:r>
        </a:p>
      </dgm:t>
    </dgm:pt>
    <dgm:pt modelId="{648DCE9F-A8F8-4B79-9C61-8A1516822C47}" type="parTrans" cxnId="{A6B66CEB-0AA7-4C83-9C5A-5EBAFC1D4D31}">
      <dgm:prSet/>
      <dgm:spPr/>
      <dgm:t>
        <a:bodyPr/>
        <a:lstStyle/>
        <a:p>
          <a:endParaRPr lang="en-US"/>
        </a:p>
      </dgm:t>
    </dgm:pt>
    <dgm:pt modelId="{4CA3AB33-B92A-40BB-BDF3-E43D22D92566}" type="sibTrans" cxnId="{A6B66CEB-0AA7-4C83-9C5A-5EBAFC1D4D31}">
      <dgm:prSet/>
      <dgm:spPr/>
      <dgm:t>
        <a:bodyPr/>
        <a:lstStyle/>
        <a:p>
          <a:endParaRPr lang="en-US"/>
        </a:p>
      </dgm:t>
    </dgm:pt>
    <dgm:pt modelId="{9A901B63-F663-45B7-8C00-401FD6DE3D1A}" type="pres">
      <dgm:prSet presAssocID="{5DE99783-8775-422F-95AA-551BFC07CC13}" presName="linear" presStyleCnt="0">
        <dgm:presLayoutVars>
          <dgm:animLvl val="lvl"/>
          <dgm:resizeHandles val="exact"/>
        </dgm:presLayoutVars>
      </dgm:prSet>
      <dgm:spPr/>
    </dgm:pt>
    <dgm:pt modelId="{1B2DA5A4-EB6C-458B-9419-0F0BA58D7453}" type="pres">
      <dgm:prSet presAssocID="{00DB7FFF-72D6-4CA8-A347-8C65451713E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CE98A0B-ADA5-4D5E-8126-451D7E73E1F8}" type="pres">
      <dgm:prSet presAssocID="{6C10DA5E-AD84-422E-AE93-DAB431594A76}" presName="spacer" presStyleCnt="0"/>
      <dgm:spPr/>
    </dgm:pt>
    <dgm:pt modelId="{24950E0F-A70C-439A-823B-E660B369DE94}" type="pres">
      <dgm:prSet presAssocID="{B979D8CB-ABA3-4089-8F22-19C2435B32E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9330773-61B1-485D-8FCB-88013844F34D}" type="pres">
      <dgm:prSet presAssocID="{E5F28DE4-A8F8-4B16-AEFF-E5984041231B}" presName="spacer" presStyleCnt="0"/>
      <dgm:spPr/>
    </dgm:pt>
    <dgm:pt modelId="{AFE1EF9E-E549-4848-904A-B8557AF39A4D}" type="pres">
      <dgm:prSet presAssocID="{6E327E6A-AD7A-48C3-8C8B-A2F3DD8361B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270AD73-1B30-408C-889B-C6AA5AE3D8EB}" type="pres">
      <dgm:prSet presAssocID="{298A1A58-8E27-4FEA-8E6A-76BA09B1271E}" presName="spacer" presStyleCnt="0"/>
      <dgm:spPr/>
    </dgm:pt>
    <dgm:pt modelId="{07AA83D7-AE3D-4475-A9F9-963985FFC330}" type="pres">
      <dgm:prSet presAssocID="{396A3C59-E2E2-49FC-B8AF-6C04424355D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8451C17-3D1E-4942-9F25-247596FAB831}" type="presOf" srcId="{B979D8CB-ABA3-4089-8F22-19C2435B32EF}" destId="{24950E0F-A70C-439A-823B-E660B369DE94}" srcOrd="0" destOrd="0" presId="urn:microsoft.com/office/officeart/2005/8/layout/vList2"/>
    <dgm:cxn modelId="{0964D360-95BE-4517-9823-EB0326E79188}" type="presOf" srcId="{5DE99783-8775-422F-95AA-551BFC07CC13}" destId="{9A901B63-F663-45B7-8C00-401FD6DE3D1A}" srcOrd="0" destOrd="0" presId="urn:microsoft.com/office/officeart/2005/8/layout/vList2"/>
    <dgm:cxn modelId="{EBD71545-3DB9-4B2D-82E4-5ACBD7168260}" srcId="{5DE99783-8775-422F-95AA-551BFC07CC13}" destId="{B979D8CB-ABA3-4089-8F22-19C2435B32EF}" srcOrd="1" destOrd="0" parTransId="{E08A3BB4-4AE1-416F-B397-3E3D20BDC7DB}" sibTransId="{E5F28DE4-A8F8-4B16-AEFF-E5984041231B}"/>
    <dgm:cxn modelId="{7CFBA9B0-31C0-46DE-B791-6612F87942D3}" srcId="{5DE99783-8775-422F-95AA-551BFC07CC13}" destId="{6E327E6A-AD7A-48C3-8C8B-A2F3DD8361B7}" srcOrd="2" destOrd="0" parTransId="{E6C74492-3A8D-4933-8514-EE50CB816A45}" sibTransId="{298A1A58-8E27-4FEA-8E6A-76BA09B1271E}"/>
    <dgm:cxn modelId="{DED210B9-6970-461F-BAC9-95C00D31F0D4}" type="presOf" srcId="{396A3C59-E2E2-49FC-B8AF-6C04424355D4}" destId="{07AA83D7-AE3D-4475-A9F9-963985FFC330}" srcOrd="0" destOrd="0" presId="urn:microsoft.com/office/officeart/2005/8/layout/vList2"/>
    <dgm:cxn modelId="{0B8D68D9-167C-4744-B521-5AADDF2C7188}" type="presOf" srcId="{6E327E6A-AD7A-48C3-8C8B-A2F3DD8361B7}" destId="{AFE1EF9E-E549-4848-904A-B8557AF39A4D}" srcOrd="0" destOrd="0" presId="urn:microsoft.com/office/officeart/2005/8/layout/vList2"/>
    <dgm:cxn modelId="{A44CD1DE-AE3D-4461-849D-38BD516082F2}" srcId="{5DE99783-8775-422F-95AA-551BFC07CC13}" destId="{00DB7FFF-72D6-4CA8-A347-8C65451713EA}" srcOrd="0" destOrd="0" parTransId="{3C802DF9-5E45-4EF0-A542-D01899AF6CC7}" sibTransId="{6C10DA5E-AD84-422E-AE93-DAB431594A76}"/>
    <dgm:cxn modelId="{A6B66CEB-0AA7-4C83-9C5A-5EBAFC1D4D31}" srcId="{5DE99783-8775-422F-95AA-551BFC07CC13}" destId="{396A3C59-E2E2-49FC-B8AF-6C04424355D4}" srcOrd="3" destOrd="0" parTransId="{648DCE9F-A8F8-4B79-9C61-8A1516822C47}" sibTransId="{4CA3AB33-B92A-40BB-BDF3-E43D22D92566}"/>
    <dgm:cxn modelId="{35C099EE-7025-4CF9-9AA1-1812AEDF103F}" type="presOf" srcId="{00DB7FFF-72D6-4CA8-A347-8C65451713EA}" destId="{1B2DA5A4-EB6C-458B-9419-0F0BA58D7453}" srcOrd="0" destOrd="0" presId="urn:microsoft.com/office/officeart/2005/8/layout/vList2"/>
    <dgm:cxn modelId="{0A2EEFA3-0579-4511-A6D1-FC06B57B0924}" type="presParOf" srcId="{9A901B63-F663-45B7-8C00-401FD6DE3D1A}" destId="{1B2DA5A4-EB6C-458B-9419-0F0BA58D7453}" srcOrd="0" destOrd="0" presId="urn:microsoft.com/office/officeart/2005/8/layout/vList2"/>
    <dgm:cxn modelId="{6A388113-E178-4CF8-AB5E-2E56B4DD654C}" type="presParOf" srcId="{9A901B63-F663-45B7-8C00-401FD6DE3D1A}" destId="{5CE98A0B-ADA5-4D5E-8126-451D7E73E1F8}" srcOrd="1" destOrd="0" presId="urn:microsoft.com/office/officeart/2005/8/layout/vList2"/>
    <dgm:cxn modelId="{B106639A-B93D-4448-8ECC-4A8E99A1C7AA}" type="presParOf" srcId="{9A901B63-F663-45B7-8C00-401FD6DE3D1A}" destId="{24950E0F-A70C-439A-823B-E660B369DE94}" srcOrd="2" destOrd="0" presId="urn:microsoft.com/office/officeart/2005/8/layout/vList2"/>
    <dgm:cxn modelId="{EFA02907-6091-4ECC-97D7-71FD93F2AE3B}" type="presParOf" srcId="{9A901B63-F663-45B7-8C00-401FD6DE3D1A}" destId="{A9330773-61B1-485D-8FCB-88013844F34D}" srcOrd="3" destOrd="0" presId="urn:microsoft.com/office/officeart/2005/8/layout/vList2"/>
    <dgm:cxn modelId="{310BA36A-1A6B-4500-BA73-CA3C89A36B8E}" type="presParOf" srcId="{9A901B63-F663-45B7-8C00-401FD6DE3D1A}" destId="{AFE1EF9E-E549-4848-904A-B8557AF39A4D}" srcOrd="4" destOrd="0" presId="urn:microsoft.com/office/officeart/2005/8/layout/vList2"/>
    <dgm:cxn modelId="{56F7E70A-5FAF-454B-98BA-A69C12D8EE84}" type="presParOf" srcId="{9A901B63-F663-45B7-8C00-401FD6DE3D1A}" destId="{4270AD73-1B30-408C-889B-C6AA5AE3D8EB}" srcOrd="5" destOrd="0" presId="urn:microsoft.com/office/officeart/2005/8/layout/vList2"/>
    <dgm:cxn modelId="{6F59C903-EA87-457A-9184-3F1159FC84B7}" type="presParOf" srcId="{9A901B63-F663-45B7-8C00-401FD6DE3D1A}" destId="{07AA83D7-AE3D-4475-A9F9-963985FFC33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29EA89-0738-40D3-80F8-CCDA4B287F69}">
      <dsp:nvSpPr>
        <dsp:cNvPr id="0" name=""/>
        <dsp:cNvSpPr/>
      </dsp:nvSpPr>
      <dsp:spPr>
        <a:xfrm>
          <a:off x="0" y="531"/>
          <a:ext cx="7886700" cy="12447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C80488-3E26-4C94-B5D6-BEC3176F44D8}">
      <dsp:nvSpPr>
        <dsp:cNvPr id="0" name=""/>
        <dsp:cNvSpPr/>
      </dsp:nvSpPr>
      <dsp:spPr>
        <a:xfrm>
          <a:off x="376522" y="280590"/>
          <a:ext cx="684586" cy="6845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8AA7EB-8402-488C-98C3-CDF5758A295F}">
      <dsp:nvSpPr>
        <dsp:cNvPr id="0" name=""/>
        <dsp:cNvSpPr/>
      </dsp:nvSpPr>
      <dsp:spPr>
        <a:xfrm>
          <a:off x="1437631" y="531"/>
          <a:ext cx="64490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American Sign Language (ASL) is essential for the deaf and hard-of-hearing community.</a:t>
          </a:r>
        </a:p>
      </dsp:txBody>
      <dsp:txXfrm>
        <a:off x="1437631" y="531"/>
        <a:ext cx="6449068" cy="1244702"/>
      </dsp:txXfrm>
    </dsp:sp>
    <dsp:sp modelId="{2B0252E7-7077-4197-B8E0-648CFB75B944}">
      <dsp:nvSpPr>
        <dsp:cNvPr id="0" name=""/>
        <dsp:cNvSpPr/>
      </dsp:nvSpPr>
      <dsp:spPr>
        <a:xfrm>
          <a:off x="0" y="1556410"/>
          <a:ext cx="7886700" cy="124470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38674A-7AC3-4621-9B54-AFDB2F9BDC8B}">
      <dsp:nvSpPr>
        <dsp:cNvPr id="0" name=""/>
        <dsp:cNvSpPr/>
      </dsp:nvSpPr>
      <dsp:spPr>
        <a:xfrm>
          <a:off x="376522" y="1836468"/>
          <a:ext cx="684586" cy="6845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9ACF3E-EB66-4ABD-A2A0-B94970F2BA50}">
      <dsp:nvSpPr>
        <dsp:cNvPr id="0" name=""/>
        <dsp:cNvSpPr/>
      </dsp:nvSpPr>
      <dsp:spPr>
        <a:xfrm>
          <a:off x="1437631" y="1556410"/>
          <a:ext cx="64490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Existing ASL recognition systems are often resource-heavy or limited to specific gestures.</a:t>
          </a:r>
        </a:p>
      </dsp:txBody>
      <dsp:txXfrm>
        <a:off x="1437631" y="1556410"/>
        <a:ext cx="6449068" cy="1244702"/>
      </dsp:txXfrm>
    </dsp:sp>
    <dsp:sp modelId="{50B44760-274F-4B6B-8C68-DEA7880767B9}">
      <dsp:nvSpPr>
        <dsp:cNvPr id="0" name=""/>
        <dsp:cNvSpPr/>
      </dsp:nvSpPr>
      <dsp:spPr>
        <a:xfrm>
          <a:off x="0" y="3112289"/>
          <a:ext cx="7886700" cy="124470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D9D7F3-23B2-46B6-9C92-0004C5D9BDF8}">
      <dsp:nvSpPr>
        <dsp:cNvPr id="0" name=""/>
        <dsp:cNvSpPr/>
      </dsp:nvSpPr>
      <dsp:spPr>
        <a:xfrm>
          <a:off x="376522" y="3392347"/>
          <a:ext cx="684586" cy="6845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830EF3-3184-4D7B-88A5-555144298B6C}">
      <dsp:nvSpPr>
        <dsp:cNvPr id="0" name=""/>
        <dsp:cNvSpPr/>
      </dsp:nvSpPr>
      <dsp:spPr>
        <a:xfrm>
          <a:off x="1437631" y="3112289"/>
          <a:ext cx="64490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Goal: Build a lightweight, real-time ASL recognition tool using standard webcams.</a:t>
          </a:r>
        </a:p>
      </dsp:txBody>
      <dsp:txXfrm>
        <a:off x="1437631" y="3112289"/>
        <a:ext cx="6449068" cy="12447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C7384A-DE07-4CC6-A212-3E230864E96C}">
      <dsp:nvSpPr>
        <dsp:cNvPr id="0" name=""/>
        <dsp:cNvSpPr/>
      </dsp:nvSpPr>
      <dsp:spPr>
        <a:xfrm>
          <a:off x="425527" y="1062"/>
          <a:ext cx="3350307" cy="201018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• ASL consists of static (alphabet) and dynamic (motion) gestures.</a:t>
          </a:r>
        </a:p>
      </dsp:txBody>
      <dsp:txXfrm>
        <a:off x="425527" y="1062"/>
        <a:ext cx="3350307" cy="2010184"/>
      </dsp:txXfrm>
    </dsp:sp>
    <dsp:sp modelId="{98027EBD-BD14-4C6D-9435-4B1D259C137A}">
      <dsp:nvSpPr>
        <dsp:cNvPr id="0" name=""/>
        <dsp:cNvSpPr/>
      </dsp:nvSpPr>
      <dsp:spPr>
        <a:xfrm>
          <a:off x="4110865" y="1062"/>
          <a:ext cx="3350307" cy="2010184"/>
        </a:xfrm>
        <a:prstGeom prst="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• Computer vision can extract hand landmarks for gesture recognition.</a:t>
          </a:r>
        </a:p>
      </dsp:txBody>
      <dsp:txXfrm>
        <a:off x="4110865" y="1062"/>
        <a:ext cx="3350307" cy="2010184"/>
      </dsp:txXfrm>
    </dsp:sp>
    <dsp:sp modelId="{B05E9244-C104-411A-99D3-8242186DECD8}">
      <dsp:nvSpPr>
        <dsp:cNvPr id="0" name=""/>
        <dsp:cNvSpPr/>
      </dsp:nvSpPr>
      <dsp:spPr>
        <a:xfrm>
          <a:off x="2268196" y="2346277"/>
          <a:ext cx="3350307" cy="2010184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• Machine learning models can classify hand shapes into ASL letters.</a:t>
          </a:r>
        </a:p>
      </dsp:txBody>
      <dsp:txXfrm>
        <a:off x="2268196" y="2346277"/>
        <a:ext cx="3350307" cy="201018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B4BAB8-24DC-437F-B1CC-EA2BDBB43E2E}">
      <dsp:nvSpPr>
        <dsp:cNvPr id="0" name=""/>
        <dsp:cNvSpPr/>
      </dsp:nvSpPr>
      <dsp:spPr>
        <a:xfrm>
          <a:off x="0" y="52061"/>
          <a:ext cx="7886700" cy="13525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• Communication barriers persist due to lack of accessible ASL tools.</a:t>
          </a:r>
        </a:p>
      </dsp:txBody>
      <dsp:txXfrm>
        <a:off x="66025" y="118086"/>
        <a:ext cx="7754650" cy="1220470"/>
      </dsp:txXfrm>
    </dsp:sp>
    <dsp:sp modelId="{A06A6907-6371-4645-8FBD-6420DBA64BAA}">
      <dsp:nvSpPr>
        <dsp:cNvPr id="0" name=""/>
        <dsp:cNvSpPr/>
      </dsp:nvSpPr>
      <dsp:spPr>
        <a:xfrm>
          <a:off x="0" y="1502501"/>
          <a:ext cx="7886700" cy="135252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• Need for a simple, browser-compatible sign recognition demo.</a:t>
          </a:r>
        </a:p>
      </dsp:txBody>
      <dsp:txXfrm>
        <a:off x="66025" y="1568526"/>
        <a:ext cx="7754650" cy="1220470"/>
      </dsp:txXfrm>
    </dsp:sp>
    <dsp:sp modelId="{2C8DC912-DDBC-487E-BB8E-13BA85CF38F3}">
      <dsp:nvSpPr>
        <dsp:cNvPr id="0" name=""/>
        <dsp:cNvSpPr/>
      </dsp:nvSpPr>
      <dsp:spPr>
        <a:xfrm>
          <a:off x="0" y="2952941"/>
          <a:ext cx="7886700" cy="135252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• Objective: Real-time detection of static ASL alphabet signs using webcam input.</a:t>
          </a:r>
        </a:p>
      </dsp:txBody>
      <dsp:txXfrm>
        <a:off x="66025" y="3018966"/>
        <a:ext cx="7754650" cy="122047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E2D6D4-AF94-4224-B6DD-27EDA838CF67}">
      <dsp:nvSpPr>
        <dsp:cNvPr id="0" name=""/>
        <dsp:cNvSpPr/>
      </dsp:nvSpPr>
      <dsp:spPr>
        <a:xfrm>
          <a:off x="0" y="1808"/>
          <a:ext cx="7886700" cy="91661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E21C49-BD5E-4F13-8814-EBE758855E7D}">
      <dsp:nvSpPr>
        <dsp:cNvPr id="0" name=""/>
        <dsp:cNvSpPr/>
      </dsp:nvSpPr>
      <dsp:spPr>
        <a:xfrm>
          <a:off x="277275" y="208046"/>
          <a:ext cx="504136" cy="50413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0A7952-7C16-4F4A-ADE0-173EFB602C94}">
      <dsp:nvSpPr>
        <dsp:cNvPr id="0" name=""/>
        <dsp:cNvSpPr/>
      </dsp:nvSpPr>
      <dsp:spPr>
        <a:xfrm>
          <a:off x="1058686" y="1808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Detect and extract hand landmarks from webcam input.</a:t>
          </a:r>
        </a:p>
      </dsp:txBody>
      <dsp:txXfrm>
        <a:off x="1058686" y="1808"/>
        <a:ext cx="6828013" cy="916611"/>
      </dsp:txXfrm>
    </dsp:sp>
    <dsp:sp modelId="{3509B259-AE46-4B53-9C05-16E30835DFF0}">
      <dsp:nvSpPr>
        <dsp:cNvPr id="0" name=""/>
        <dsp:cNvSpPr/>
      </dsp:nvSpPr>
      <dsp:spPr>
        <a:xfrm>
          <a:off x="0" y="1147573"/>
          <a:ext cx="7886700" cy="91661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C04D53-50A7-4F09-A67C-2A9E2FB96DFF}">
      <dsp:nvSpPr>
        <dsp:cNvPr id="0" name=""/>
        <dsp:cNvSpPr/>
      </dsp:nvSpPr>
      <dsp:spPr>
        <a:xfrm>
          <a:off x="277275" y="1353811"/>
          <a:ext cx="504136" cy="50413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8A93D4-E10B-46D2-AF7D-1974BCE592F6}">
      <dsp:nvSpPr>
        <dsp:cNvPr id="0" name=""/>
        <dsp:cNvSpPr/>
      </dsp:nvSpPr>
      <dsp:spPr>
        <a:xfrm>
          <a:off x="1058686" y="1147573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Train a model to classify ASL alphabet gestures (A–Z).</a:t>
          </a:r>
        </a:p>
      </dsp:txBody>
      <dsp:txXfrm>
        <a:off x="1058686" y="1147573"/>
        <a:ext cx="6828013" cy="916611"/>
      </dsp:txXfrm>
    </dsp:sp>
    <dsp:sp modelId="{4BFC6AC5-603C-4B65-B18C-1E76AACE7C4D}">
      <dsp:nvSpPr>
        <dsp:cNvPr id="0" name=""/>
        <dsp:cNvSpPr/>
      </dsp:nvSpPr>
      <dsp:spPr>
        <a:xfrm>
          <a:off x="0" y="2293338"/>
          <a:ext cx="7886700" cy="91661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FA13C7-0C6D-4572-A664-6285E287C6CC}">
      <dsp:nvSpPr>
        <dsp:cNvPr id="0" name=""/>
        <dsp:cNvSpPr/>
      </dsp:nvSpPr>
      <dsp:spPr>
        <a:xfrm>
          <a:off x="277275" y="2499576"/>
          <a:ext cx="504136" cy="50413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68400A-DC53-484E-ACB3-FB2389201F05}">
      <dsp:nvSpPr>
        <dsp:cNvPr id="0" name=""/>
        <dsp:cNvSpPr/>
      </dsp:nvSpPr>
      <dsp:spPr>
        <a:xfrm>
          <a:off x="1058686" y="2293338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Develop a real-time application with visual feedback and confidence scores.</a:t>
          </a:r>
        </a:p>
      </dsp:txBody>
      <dsp:txXfrm>
        <a:off x="1058686" y="2293338"/>
        <a:ext cx="6828013" cy="916611"/>
      </dsp:txXfrm>
    </dsp:sp>
    <dsp:sp modelId="{CF3B72DE-8495-4644-A3A9-5D46445DD108}">
      <dsp:nvSpPr>
        <dsp:cNvPr id="0" name=""/>
        <dsp:cNvSpPr/>
      </dsp:nvSpPr>
      <dsp:spPr>
        <a:xfrm>
          <a:off x="0" y="3439103"/>
          <a:ext cx="7886700" cy="91661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6B0999-02FA-46B1-BF66-124F106AD942}">
      <dsp:nvSpPr>
        <dsp:cNvPr id="0" name=""/>
        <dsp:cNvSpPr/>
      </dsp:nvSpPr>
      <dsp:spPr>
        <a:xfrm>
          <a:off x="277275" y="3645341"/>
          <a:ext cx="504136" cy="50413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CBA4B7-E19A-4C06-A32F-E3747CF6E3E1}">
      <dsp:nvSpPr>
        <dsp:cNvPr id="0" name=""/>
        <dsp:cNvSpPr/>
      </dsp:nvSpPr>
      <dsp:spPr>
        <a:xfrm>
          <a:off x="1058686" y="3439103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Evaluate performance using accuracy and confusion matrix.</a:t>
          </a:r>
        </a:p>
      </dsp:txBody>
      <dsp:txXfrm>
        <a:off x="1058686" y="3439103"/>
        <a:ext cx="6828013" cy="91661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F49F16-F7F0-40A2-9709-4E3FBFE48574}">
      <dsp:nvSpPr>
        <dsp:cNvPr id="0" name=""/>
        <dsp:cNvSpPr/>
      </dsp:nvSpPr>
      <dsp:spPr>
        <a:xfrm>
          <a:off x="0" y="469976"/>
          <a:ext cx="7886700" cy="62361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1. Data Collection using MediaPipe Hands.</a:t>
          </a:r>
        </a:p>
      </dsp:txBody>
      <dsp:txXfrm>
        <a:off x="30442" y="500418"/>
        <a:ext cx="7825816" cy="562726"/>
      </dsp:txXfrm>
    </dsp:sp>
    <dsp:sp modelId="{17CA845C-3B51-4670-A640-BF46360BAC8D}">
      <dsp:nvSpPr>
        <dsp:cNvPr id="0" name=""/>
        <dsp:cNvSpPr/>
      </dsp:nvSpPr>
      <dsp:spPr>
        <a:xfrm>
          <a:off x="0" y="1168466"/>
          <a:ext cx="7886700" cy="623610"/>
        </a:xfrm>
        <a:prstGeom prst="round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2. Data Preprocessing and Landmark Normalization.</a:t>
          </a:r>
        </a:p>
      </dsp:txBody>
      <dsp:txXfrm>
        <a:off x="30442" y="1198908"/>
        <a:ext cx="7825816" cy="562726"/>
      </dsp:txXfrm>
    </dsp:sp>
    <dsp:sp modelId="{39EE1970-BF02-4BD6-A33B-775EE88C5E71}">
      <dsp:nvSpPr>
        <dsp:cNvPr id="0" name=""/>
        <dsp:cNvSpPr/>
      </dsp:nvSpPr>
      <dsp:spPr>
        <a:xfrm>
          <a:off x="0" y="1866957"/>
          <a:ext cx="7886700" cy="62361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3. Model Training (Random Forest Classifier).</a:t>
          </a:r>
        </a:p>
      </dsp:txBody>
      <dsp:txXfrm>
        <a:off x="30442" y="1897399"/>
        <a:ext cx="7825816" cy="562726"/>
      </dsp:txXfrm>
    </dsp:sp>
    <dsp:sp modelId="{91D1533E-8ABC-4FFC-BDC9-81198DCC0D61}">
      <dsp:nvSpPr>
        <dsp:cNvPr id="0" name=""/>
        <dsp:cNvSpPr/>
      </dsp:nvSpPr>
      <dsp:spPr>
        <a:xfrm>
          <a:off x="0" y="2565447"/>
          <a:ext cx="7886700" cy="623610"/>
        </a:xfrm>
        <a:prstGeom prst="round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4. Real-time Detection and Visualization using OpenCV.</a:t>
          </a:r>
        </a:p>
      </dsp:txBody>
      <dsp:txXfrm>
        <a:off x="30442" y="2595889"/>
        <a:ext cx="7825816" cy="562726"/>
      </dsp:txXfrm>
    </dsp:sp>
    <dsp:sp modelId="{FD09C170-38CC-470D-83FD-5CFF7DF78EC0}">
      <dsp:nvSpPr>
        <dsp:cNvPr id="0" name=""/>
        <dsp:cNvSpPr/>
      </dsp:nvSpPr>
      <dsp:spPr>
        <a:xfrm>
          <a:off x="0" y="3263937"/>
          <a:ext cx="7886700" cy="62361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5. Evaluation using accuracy and confusion metrics.</a:t>
          </a:r>
        </a:p>
      </dsp:txBody>
      <dsp:txXfrm>
        <a:off x="30442" y="3294379"/>
        <a:ext cx="7825816" cy="56272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970D7F-1C60-4A1E-9435-10B158CB0D01}">
      <dsp:nvSpPr>
        <dsp:cNvPr id="0" name=""/>
        <dsp:cNvSpPr/>
      </dsp:nvSpPr>
      <dsp:spPr>
        <a:xfrm>
          <a:off x="341781" y="1133566"/>
          <a:ext cx="1062615" cy="1062615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17677F-B111-4857-9948-2E06A33F3AE2}">
      <dsp:nvSpPr>
        <dsp:cNvPr id="0" name=""/>
        <dsp:cNvSpPr/>
      </dsp:nvSpPr>
      <dsp:spPr>
        <a:xfrm>
          <a:off x="568240" y="1360025"/>
          <a:ext cx="609697" cy="60969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A92C4F-4281-4816-B417-C67216B53EFF}">
      <dsp:nvSpPr>
        <dsp:cNvPr id="0" name=""/>
        <dsp:cNvSpPr/>
      </dsp:nvSpPr>
      <dsp:spPr>
        <a:xfrm>
          <a:off x="2092" y="2527160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• Used MediaPipe to extract 21 hand landmarks per frame.</a:t>
          </a:r>
        </a:p>
      </dsp:txBody>
      <dsp:txXfrm>
        <a:off x="2092" y="2527160"/>
        <a:ext cx="1741992" cy="696796"/>
      </dsp:txXfrm>
    </dsp:sp>
    <dsp:sp modelId="{44DE9121-6B1E-4DEB-8648-C4A808DFDF3C}">
      <dsp:nvSpPr>
        <dsp:cNvPr id="0" name=""/>
        <dsp:cNvSpPr/>
      </dsp:nvSpPr>
      <dsp:spPr>
        <a:xfrm>
          <a:off x="2388621" y="1133566"/>
          <a:ext cx="1062615" cy="1062615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2F3124-3F66-4FAE-9E44-CD292CF4CD65}">
      <dsp:nvSpPr>
        <dsp:cNvPr id="0" name=""/>
        <dsp:cNvSpPr/>
      </dsp:nvSpPr>
      <dsp:spPr>
        <a:xfrm>
          <a:off x="2615080" y="1360025"/>
          <a:ext cx="609697" cy="60969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6FF047-F6E5-4680-9310-D5604D41495F}">
      <dsp:nvSpPr>
        <dsp:cNvPr id="0" name=""/>
        <dsp:cNvSpPr/>
      </dsp:nvSpPr>
      <dsp:spPr>
        <a:xfrm>
          <a:off x="2048933" y="2527160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• Each sample labeled with corresponding ASL letter (A–Z).</a:t>
          </a:r>
        </a:p>
      </dsp:txBody>
      <dsp:txXfrm>
        <a:off x="2048933" y="2527160"/>
        <a:ext cx="1741992" cy="696796"/>
      </dsp:txXfrm>
    </dsp:sp>
    <dsp:sp modelId="{3671449B-59A1-4F01-999B-EAEB75450913}">
      <dsp:nvSpPr>
        <dsp:cNvPr id="0" name=""/>
        <dsp:cNvSpPr/>
      </dsp:nvSpPr>
      <dsp:spPr>
        <a:xfrm>
          <a:off x="4435462" y="1133566"/>
          <a:ext cx="1062615" cy="1062615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291A00-E655-40B4-9822-A6056EB46669}">
      <dsp:nvSpPr>
        <dsp:cNvPr id="0" name=""/>
        <dsp:cNvSpPr/>
      </dsp:nvSpPr>
      <dsp:spPr>
        <a:xfrm>
          <a:off x="4661921" y="1360025"/>
          <a:ext cx="609697" cy="60969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E6B55F-F683-4A06-84DF-3333AFD2C071}">
      <dsp:nvSpPr>
        <dsp:cNvPr id="0" name=""/>
        <dsp:cNvSpPr/>
      </dsp:nvSpPr>
      <dsp:spPr>
        <a:xfrm>
          <a:off x="4095774" y="2527160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• Custom dataset built with ~500 samples per letter for A–J.</a:t>
          </a:r>
        </a:p>
      </dsp:txBody>
      <dsp:txXfrm>
        <a:off x="4095774" y="2527160"/>
        <a:ext cx="1741992" cy="696796"/>
      </dsp:txXfrm>
    </dsp:sp>
    <dsp:sp modelId="{4084BDBA-5E0A-4936-A62A-6580B41B865F}">
      <dsp:nvSpPr>
        <dsp:cNvPr id="0" name=""/>
        <dsp:cNvSpPr/>
      </dsp:nvSpPr>
      <dsp:spPr>
        <a:xfrm>
          <a:off x="6482303" y="1133566"/>
          <a:ext cx="1062615" cy="1062615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97BCB1-6480-43AB-A516-A2A7041A53BE}">
      <dsp:nvSpPr>
        <dsp:cNvPr id="0" name=""/>
        <dsp:cNvSpPr/>
      </dsp:nvSpPr>
      <dsp:spPr>
        <a:xfrm>
          <a:off x="6708762" y="1360025"/>
          <a:ext cx="609697" cy="60969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A99EB2-6984-4FD0-AB72-5DE6E17E981D}">
      <dsp:nvSpPr>
        <dsp:cNvPr id="0" name=""/>
        <dsp:cNvSpPr/>
      </dsp:nvSpPr>
      <dsp:spPr>
        <a:xfrm>
          <a:off x="6142615" y="2527160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• Tools: OpenCV, pandas, mediapipe, numpy.</a:t>
          </a:r>
        </a:p>
      </dsp:txBody>
      <dsp:txXfrm>
        <a:off x="6142615" y="2527160"/>
        <a:ext cx="1741992" cy="69679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6CE0A8-D079-40DB-98FE-E005CB450B3B}">
      <dsp:nvSpPr>
        <dsp:cNvPr id="0" name=""/>
        <dsp:cNvSpPr/>
      </dsp:nvSpPr>
      <dsp:spPr>
        <a:xfrm>
          <a:off x="2001447" y="0"/>
          <a:ext cx="3876948" cy="3876948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F5ACEA-A900-44A4-AE70-C13C9C96471A}">
      <dsp:nvSpPr>
        <dsp:cNvPr id="0" name=""/>
        <dsp:cNvSpPr/>
      </dsp:nvSpPr>
      <dsp:spPr>
        <a:xfrm>
          <a:off x="2369757" y="368310"/>
          <a:ext cx="1512009" cy="151200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Model: Random Forest Classifier (300 trees).</a:t>
          </a:r>
        </a:p>
      </dsp:txBody>
      <dsp:txXfrm>
        <a:off x="2443567" y="442120"/>
        <a:ext cx="1364389" cy="1364389"/>
      </dsp:txXfrm>
    </dsp:sp>
    <dsp:sp modelId="{F47E8ABC-C99C-436D-9728-68BC7C02D14C}">
      <dsp:nvSpPr>
        <dsp:cNvPr id="0" name=""/>
        <dsp:cNvSpPr/>
      </dsp:nvSpPr>
      <dsp:spPr>
        <a:xfrm>
          <a:off x="3998075" y="368310"/>
          <a:ext cx="1512009" cy="1512009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Features: 63 landmark coordinates normalized by wrist-to-finger distance.</a:t>
          </a:r>
        </a:p>
      </dsp:txBody>
      <dsp:txXfrm>
        <a:off x="4071885" y="442120"/>
        <a:ext cx="1364389" cy="1364389"/>
      </dsp:txXfrm>
    </dsp:sp>
    <dsp:sp modelId="{574C7A3F-A8E6-48C9-9D99-4EFA5F2257FB}">
      <dsp:nvSpPr>
        <dsp:cNvPr id="0" name=""/>
        <dsp:cNvSpPr/>
      </dsp:nvSpPr>
      <dsp:spPr>
        <a:xfrm>
          <a:off x="2369757" y="1996628"/>
          <a:ext cx="1512009" cy="1512009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Training split: 80% train / 20% validation.</a:t>
          </a:r>
        </a:p>
      </dsp:txBody>
      <dsp:txXfrm>
        <a:off x="2443567" y="2070438"/>
        <a:ext cx="1364389" cy="1364389"/>
      </dsp:txXfrm>
    </dsp:sp>
    <dsp:sp modelId="{631F59D7-00B2-499D-AB39-6EC672A394A9}">
      <dsp:nvSpPr>
        <dsp:cNvPr id="0" name=""/>
        <dsp:cNvSpPr/>
      </dsp:nvSpPr>
      <dsp:spPr>
        <a:xfrm>
          <a:off x="3998075" y="1996628"/>
          <a:ext cx="1512009" cy="1512009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Achieved 87% validation accuracy; 82% real-time accuracy.</a:t>
          </a:r>
        </a:p>
      </dsp:txBody>
      <dsp:txXfrm>
        <a:off x="4071885" y="2070438"/>
        <a:ext cx="1364389" cy="136438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947069-F49D-4EE5-889F-13370A90141F}">
      <dsp:nvSpPr>
        <dsp:cNvPr id="0" name=""/>
        <dsp:cNvSpPr/>
      </dsp:nvSpPr>
      <dsp:spPr>
        <a:xfrm>
          <a:off x="0" y="279196"/>
          <a:ext cx="7886700" cy="11138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Webcam Input → MediaPipe Landmark Extraction → Normalization → Prediction → Display.</a:t>
          </a:r>
        </a:p>
      </dsp:txBody>
      <dsp:txXfrm>
        <a:off x="54373" y="333569"/>
        <a:ext cx="7777954" cy="1005094"/>
      </dsp:txXfrm>
    </dsp:sp>
    <dsp:sp modelId="{C017B6CC-BF1F-4E7D-801B-05156F4A92DD}">
      <dsp:nvSpPr>
        <dsp:cNvPr id="0" name=""/>
        <dsp:cNvSpPr/>
      </dsp:nvSpPr>
      <dsp:spPr>
        <a:xfrm>
          <a:off x="0" y="1473676"/>
          <a:ext cx="7886700" cy="111384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Implemented with Python and OpenCV for real-time visualization.</a:t>
          </a:r>
        </a:p>
      </dsp:txBody>
      <dsp:txXfrm>
        <a:off x="54373" y="1528049"/>
        <a:ext cx="7777954" cy="1005094"/>
      </dsp:txXfrm>
    </dsp:sp>
    <dsp:sp modelId="{447AF3F6-6DF0-4D5F-8FCF-925F9179439E}">
      <dsp:nvSpPr>
        <dsp:cNvPr id="0" name=""/>
        <dsp:cNvSpPr/>
      </dsp:nvSpPr>
      <dsp:spPr>
        <a:xfrm>
          <a:off x="0" y="2668156"/>
          <a:ext cx="7886700" cy="111384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Supports fallback for multiple camera indices (CAP_MSMF, CAP_DSHOW).</a:t>
          </a:r>
        </a:p>
      </dsp:txBody>
      <dsp:txXfrm>
        <a:off x="54373" y="2722529"/>
        <a:ext cx="7777954" cy="100509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AC04D5-B6FD-413A-927C-CBCC270DCBDD}">
      <dsp:nvSpPr>
        <dsp:cNvPr id="0" name=""/>
        <dsp:cNvSpPr/>
      </dsp:nvSpPr>
      <dsp:spPr>
        <a:xfrm>
          <a:off x="0" y="723346"/>
          <a:ext cx="7886700" cy="59962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Dataset: ~5,000 samples (A–J).</a:t>
          </a:r>
        </a:p>
      </dsp:txBody>
      <dsp:txXfrm>
        <a:off x="29271" y="752617"/>
        <a:ext cx="7828158" cy="541083"/>
      </dsp:txXfrm>
    </dsp:sp>
    <dsp:sp modelId="{D217442B-3198-429C-BCA9-6A8CD8541944}">
      <dsp:nvSpPr>
        <dsp:cNvPr id="0" name=""/>
        <dsp:cNvSpPr/>
      </dsp:nvSpPr>
      <dsp:spPr>
        <a:xfrm>
          <a:off x="0" y="1394971"/>
          <a:ext cx="7886700" cy="599625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Validation Accuracy: 87%.</a:t>
          </a:r>
        </a:p>
      </dsp:txBody>
      <dsp:txXfrm>
        <a:off x="29271" y="1424242"/>
        <a:ext cx="7828158" cy="541083"/>
      </dsp:txXfrm>
    </dsp:sp>
    <dsp:sp modelId="{2C642C21-EE18-4A99-8DD2-D16DC7AE236E}">
      <dsp:nvSpPr>
        <dsp:cNvPr id="0" name=""/>
        <dsp:cNvSpPr/>
      </dsp:nvSpPr>
      <dsp:spPr>
        <a:xfrm>
          <a:off x="0" y="2066596"/>
          <a:ext cx="7886700" cy="599625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Prediction Latency: ~0.12 sec/frame (smooth real-time).</a:t>
          </a:r>
        </a:p>
      </dsp:txBody>
      <dsp:txXfrm>
        <a:off x="29271" y="2095867"/>
        <a:ext cx="7828158" cy="541083"/>
      </dsp:txXfrm>
    </dsp:sp>
    <dsp:sp modelId="{C3750916-CE07-42B7-B800-FE27A93DD752}">
      <dsp:nvSpPr>
        <dsp:cNvPr id="0" name=""/>
        <dsp:cNvSpPr/>
      </dsp:nvSpPr>
      <dsp:spPr>
        <a:xfrm>
          <a:off x="0" y="2738221"/>
          <a:ext cx="7886700" cy="599625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Stable tracking under moderate hand motion.</a:t>
          </a:r>
        </a:p>
      </dsp:txBody>
      <dsp:txXfrm>
        <a:off x="29271" y="2767492"/>
        <a:ext cx="7828158" cy="541083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243D3C-D3FB-4405-852D-5D1BA8C9A57A}">
      <dsp:nvSpPr>
        <dsp:cNvPr id="0" name=""/>
        <dsp:cNvSpPr/>
      </dsp:nvSpPr>
      <dsp:spPr>
        <a:xfrm>
          <a:off x="0" y="86723"/>
          <a:ext cx="7879842" cy="4797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Challenges:</a:t>
          </a:r>
        </a:p>
      </dsp:txBody>
      <dsp:txXfrm>
        <a:off x="23417" y="110140"/>
        <a:ext cx="7833008" cy="432866"/>
      </dsp:txXfrm>
    </dsp:sp>
    <dsp:sp modelId="{ACF1816C-F2C5-4277-AC97-8D4A9DC6A75E}">
      <dsp:nvSpPr>
        <dsp:cNvPr id="0" name=""/>
        <dsp:cNvSpPr/>
      </dsp:nvSpPr>
      <dsp:spPr>
        <a:xfrm>
          <a:off x="0" y="624023"/>
          <a:ext cx="7879842" cy="479700"/>
        </a:xfrm>
        <a:prstGeom prst="roundRect">
          <a:avLst/>
        </a:prstGeom>
        <a:solidFill>
          <a:schemeClr val="accent2">
            <a:hueOff val="780253"/>
            <a:satOff val="-973"/>
            <a:lumOff val="22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Lighting sensitivity and gesture confusion (e.g., M/N, U/V).</a:t>
          </a:r>
        </a:p>
      </dsp:txBody>
      <dsp:txXfrm>
        <a:off x="23417" y="647440"/>
        <a:ext cx="7833008" cy="432866"/>
      </dsp:txXfrm>
    </dsp:sp>
    <dsp:sp modelId="{D283836A-EAE8-4F2B-948F-3A0CD5224503}">
      <dsp:nvSpPr>
        <dsp:cNvPr id="0" name=""/>
        <dsp:cNvSpPr/>
      </dsp:nvSpPr>
      <dsp:spPr>
        <a:xfrm>
          <a:off x="0" y="1161324"/>
          <a:ext cx="7879842" cy="479700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Webcam backend errors in Windows (resolved using probe script).</a:t>
          </a:r>
        </a:p>
      </dsp:txBody>
      <dsp:txXfrm>
        <a:off x="23417" y="1184741"/>
        <a:ext cx="7833008" cy="432866"/>
      </dsp:txXfrm>
    </dsp:sp>
    <dsp:sp modelId="{5DE77BC7-5651-4715-8CD4-77512C6AD07F}">
      <dsp:nvSpPr>
        <dsp:cNvPr id="0" name=""/>
        <dsp:cNvSpPr/>
      </dsp:nvSpPr>
      <dsp:spPr>
        <a:xfrm>
          <a:off x="0" y="1698624"/>
          <a:ext cx="7879842" cy="47970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Dataset imbalance for certain gestures.</a:t>
          </a:r>
        </a:p>
      </dsp:txBody>
      <dsp:txXfrm>
        <a:off x="23417" y="1722041"/>
        <a:ext cx="7833008" cy="432866"/>
      </dsp:txXfrm>
    </dsp:sp>
    <dsp:sp modelId="{153764F9-AC20-4D94-AABA-FDA2C9693B97}">
      <dsp:nvSpPr>
        <dsp:cNvPr id="0" name=""/>
        <dsp:cNvSpPr/>
      </dsp:nvSpPr>
      <dsp:spPr>
        <a:xfrm>
          <a:off x="0" y="2235924"/>
          <a:ext cx="7879842" cy="479700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Planned Improvements:</a:t>
          </a:r>
        </a:p>
      </dsp:txBody>
      <dsp:txXfrm>
        <a:off x="23417" y="2259341"/>
        <a:ext cx="7833008" cy="432866"/>
      </dsp:txXfrm>
    </dsp:sp>
    <dsp:sp modelId="{50377519-1578-4BB4-B8FA-A1B048CEC793}">
      <dsp:nvSpPr>
        <dsp:cNvPr id="0" name=""/>
        <dsp:cNvSpPr/>
      </dsp:nvSpPr>
      <dsp:spPr>
        <a:xfrm>
          <a:off x="0" y="2773224"/>
          <a:ext cx="7879842" cy="479700"/>
        </a:xfrm>
        <a:prstGeom prst="roundRect">
          <a:avLst/>
        </a:prstGeom>
        <a:solidFill>
          <a:schemeClr val="accent2">
            <a:hueOff val="3901266"/>
            <a:satOff val="-4866"/>
            <a:lumOff val="114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Data augmentation and expansion (K–Z).</a:t>
          </a:r>
        </a:p>
      </dsp:txBody>
      <dsp:txXfrm>
        <a:off x="23417" y="2796641"/>
        <a:ext cx="7833008" cy="432866"/>
      </dsp:txXfrm>
    </dsp:sp>
    <dsp:sp modelId="{2669E951-0B7D-48A8-8A25-0B2910C71B59}">
      <dsp:nvSpPr>
        <dsp:cNvPr id="0" name=""/>
        <dsp:cNvSpPr/>
      </dsp:nvSpPr>
      <dsp:spPr>
        <a:xfrm>
          <a:off x="0" y="3310524"/>
          <a:ext cx="7879842" cy="47970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GUI and text-to-speech feedback using Streamlit.</a:t>
          </a:r>
        </a:p>
      </dsp:txBody>
      <dsp:txXfrm>
        <a:off x="23417" y="3333941"/>
        <a:ext cx="7833008" cy="432866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20B795-19DD-4758-A076-C3C7AD9ADDDA}">
      <dsp:nvSpPr>
        <dsp:cNvPr id="0" name=""/>
        <dsp:cNvSpPr/>
      </dsp:nvSpPr>
      <dsp:spPr>
        <a:xfrm>
          <a:off x="0" y="11756"/>
          <a:ext cx="7879842" cy="91367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Developed a functional ASL static gesture recognizer.</a:t>
          </a:r>
        </a:p>
      </dsp:txBody>
      <dsp:txXfrm>
        <a:off x="44602" y="56358"/>
        <a:ext cx="7790638" cy="824474"/>
      </dsp:txXfrm>
    </dsp:sp>
    <dsp:sp modelId="{8F9A9B47-8246-4437-8D62-E9081F01CC14}">
      <dsp:nvSpPr>
        <dsp:cNvPr id="0" name=""/>
        <dsp:cNvSpPr/>
      </dsp:nvSpPr>
      <dsp:spPr>
        <a:xfrm>
          <a:off x="0" y="991675"/>
          <a:ext cx="7879842" cy="913678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Demonstrated real-time classification with confidence display.</a:t>
          </a:r>
        </a:p>
      </dsp:txBody>
      <dsp:txXfrm>
        <a:off x="44602" y="1036277"/>
        <a:ext cx="7790638" cy="824474"/>
      </dsp:txXfrm>
    </dsp:sp>
    <dsp:sp modelId="{5832B1B7-10FC-4501-82D9-7CD6CACF8CDF}">
      <dsp:nvSpPr>
        <dsp:cNvPr id="0" name=""/>
        <dsp:cNvSpPr/>
      </dsp:nvSpPr>
      <dsp:spPr>
        <a:xfrm>
          <a:off x="0" y="1971594"/>
          <a:ext cx="7879842" cy="913678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Provides foundation for future dynamic ASL extensions.</a:t>
          </a:r>
        </a:p>
      </dsp:txBody>
      <dsp:txXfrm>
        <a:off x="44602" y="2016196"/>
        <a:ext cx="7790638" cy="824474"/>
      </dsp:txXfrm>
    </dsp:sp>
    <dsp:sp modelId="{575A255E-5AB2-4009-AE95-5D845FCC638C}">
      <dsp:nvSpPr>
        <dsp:cNvPr id="0" name=""/>
        <dsp:cNvSpPr/>
      </dsp:nvSpPr>
      <dsp:spPr>
        <a:xfrm>
          <a:off x="0" y="2951512"/>
          <a:ext cx="7879842" cy="913678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Promotes accessibility through low-cost, open-source technology.</a:t>
          </a:r>
        </a:p>
      </dsp:txBody>
      <dsp:txXfrm>
        <a:off x="44602" y="2996114"/>
        <a:ext cx="7790638" cy="824474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F5CEEA-5C9C-49CD-8086-06430EF45649}">
      <dsp:nvSpPr>
        <dsp:cNvPr id="0" name=""/>
        <dsp:cNvSpPr/>
      </dsp:nvSpPr>
      <dsp:spPr>
        <a:xfrm>
          <a:off x="0" y="61973"/>
          <a:ext cx="7879842" cy="11934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• Tharun Guntupalli: Data collection, model training, and system integration.</a:t>
          </a:r>
        </a:p>
      </dsp:txBody>
      <dsp:txXfrm>
        <a:off x="58257" y="120230"/>
        <a:ext cx="7763328" cy="1076886"/>
      </dsp:txXfrm>
    </dsp:sp>
    <dsp:sp modelId="{64FBD595-C7D5-4A13-9F8B-48D8BE0AAAD1}">
      <dsp:nvSpPr>
        <dsp:cNvPr id="0" name=""/>
        <dsp:cNvSpPr/>
      </dsp:nvSpPr>
      <dsp:spPr>
        <a:xfrm>
          <a:off x="0" y="1341773"/>
          <a:ext cx="7879842" cy="119340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• Lakshmi Narayana Naraboiena: Data preprocessing, GUI design, and evaluation.</a:t>
          </a:r>
        </a:p>
      </dsp:txBody>
      <dsp:txXfrm>
        <a:off x="58257" y="1400030"/>
        <a:ext cx="7763328" cy="1076886"/>
      </dsp:txXfrm>
    </dsp:sp>
    <dsp:sp modelId="{3EFD55AF-3532-4AD9-BDB1-AD3864AB967E}">
      <dsp:nvSpPr>
        <dsp:cNvPr id="0" name=""/>
        <dsp:cNvSpPr/>
      </dsp:nvSpPr>
      <dsp:spPr>
        <a:xfrm>
          <a:off x="0" y="2621573"/>
          <a:ext cx="7879842" cy="119340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• Faculty Coach: Dr. Robert Gilliland – guidance and project feedback.</a:t>
          </a:r>
        </a:p>
      </dsp:txBody>
      <dsp:txXfrm>
        <a:off x="58257" y="2679830"/>
        <a:ext cx="7763328" cy="1076886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2DA5A4-EB6C-458B-9419-0F0BA58D7453}">
      <dsp:nvSpPr>
        <dsp:cNvPr id="0" name=""/>
        <dsp:cNvSpPr/>
      </dsp:nvSpPr>
      <dsp:spPr>
        <a:xfrm>
          <a:off x="0" y="11756"/>
          <a:ext cx="7879842" cy="91367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MediaPipe Hands by Google Research.</a:t>
          </a:r>
        </a:p>
      </dsp:txBody>
      <dsp:txXfrm>
        <a:off x="44602" y="56358"/>
        <a:ext cx="7790638" cy="824474"/>
      </dsp:txXfrm>
    </dsp:sp>
    <dsp:sp modelId="{24950E0F-A70C-439A-823B-E660B369DE94}">
      <dsp:nvSpPr>
        <dsp:cNvPr id="0" name=""/>
        <dsp:cNvSpPr/>
      </dsp:nvSpPr>
      <dsp:spPr>
        <a:xfrm>
          <a:off x="0" y="991675"/>
          <a:ext cx="7879842" cy="913678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scikit-learn, OpenCV, pandas, numpy libraries.</a:t>
          </a:r>
        </a:p>
      </dsp:txBody>
      <dsp:txXfrm>
        <a:off x="44602" y="1036277"/>
        <a:ext cx="7790638" cy="824474"/>
      </dsp:txXfrm>
    </dsp:sp>
    <dsp:sp modelId="{AFE1EF9E-E549-4848-904A-B8557AF39A4D}">
      <dsp:nvSpPr>
        <dsp:cNvPr id="0" name=""/>
        <dsp:cNvSpPr/>
      </dsp:nvSpPr>
      <dsp:spPr>
        <a:xfrm>
          <a:off x="0" y="1971594"/>
          <a:ext cx="7879842" cy="913678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Dataset: Custom ASL samples recorded by project team.</a:t>
          </a:r>
        </a:p>
      </dsp:txBody>
      <dsp:txXfrm>
        <a:off x="44602" y="2016196"/>
        <a:ext cx="7790638" cy="824474"/>
      </dsp:txXfrm>
    </dsp:sp>
    <dsp:sp modelId="{07AA83D7-AE3D-4475-A9F9-963985FFC330}">
      <dsp:nvSpPr>
        <dsp:cNvPr id="0" name=""/>
        <dsp:cNvSpPr/>
      </dsp:nvSpPr>
      <dsp:spPr>
        <a:xfrm>
          <a:off x="0" y="2951512"/>
          <a:ext cx="7879842" cy="913678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Youngstown State University – School of Computer Science, Information &amp; Engineering Technology.</a:t>
          </a:r>
        </a:p>
      </dsp:txBody>
      <dsp:txXfrm>
        <a:off x="44602" y="2996114"/>
        <a:ext cx="7790638" cy="8244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ED5AFD-067D-4189-A311-08F96D534DF3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5F520B-4EF9-4032-9529-A948508434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180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F520B-4EF9-4032-9529-A9485084347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1321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9144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348" y="551962"/>
            <a:ext cx="8249304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293338"/>
            <a:ext cx="6858000" cy="3274592"/>
          </a:xfrm>
        </p:spPr>
        <p:txBody>
          <a:bodyPr anchor="ctr">
            <a:normAutofit/>
          </a:bodyPr>
          <a:lstStyle/>
          <a:p>
            <a:r>
              <a:rPr lang="en-US" sz="6300" dirty="0" err="1"/>
              <a:t>Handspeak</a:t>
            </a:r>
            <a:r>
              <a:rPr lang="en-US" sz="6300" dirty="0"/>
              <a:t> Lite: A Simple Sign Language Detector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5514052"/>
            <a:ext cx="6858000" cy="65191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000"/>
              <a:t>CSCI 6991 – Data Engineering Capstone</a:t>
            </a:r>
          </a:p>
          <a:p>
            <a:pPr>
              <a:lnSpc>
                <a:spcPct val="90000"/>
              </a:lnSpc>
            </a:pPr>
            <a:r>
              <a:rPr lang="en-US" sz="1000"/>
              <a:t>Team: Tharun Guntupalli &amp; Lakshmi Narayana Naraboiena</a:t>
            </a:r>
          </a:p>
          <a:p>
            <a:pPr>
              <a:lnSpc>
                <a:spcPct val="90000"/>
              </a:lnSpc>
            </a:pPr>
            <a:r>
              <a:rPr lang="en-US" sz="1000"/>
              <a:t>Faculty Coach: Dr. Robert A. Gilliland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447348" y="6354708"/>
            <a:ext cx="8250174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495"/>
    </mc:Choice>
    <mc:Fallback xmlns="">
      <p:transition spd="slow" advTm="75495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256032"/>
            <a:ext cx="7879842" cy="1014984"/>
          </a:xfrm>
        </p:spPr>
        <p:txBody>
          <a:bodyPr anchor="b">
            <a:normAutofit/>
          </a:bodyPr>
          <a:lstStyle/>
          <a:p>
            <a:r>
              <a:t>Introduction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1634502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1538176"/>
            <a:ext cx="1405092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61EB5A6-B8D2-3B8B-49E7-9C62CA6C42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3954887"/>
              </p:ext>
            </p:extLst>
          </p:nvPr>
        </p:nvGraphicFramePr>
        <p:xfrm>
          <a:off x="628650" y="1926266"/>
          <a:ext cx="78867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7706"/>
    </mc:Choice>
    <mc:Fallback xmlns="">
      <p:transition spd="slow" advTm="67706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256032"/>
            <a:ext cx="7879842" cy="1014984"/>
          </a:xfrm>
        </p:spPr>
        <p:txBody>
          <a:bodyPr anchor="b">
            <a:normAutofit/>
          </a:bodyPr>
          <a:lstStyle/>
          <a:p>
            <a:r>
              <a:t>Background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1634502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1538176"/>
            <a:ext cx="1405092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B1B3DB9-A037-1FB5-DDF7-F91979BA33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2066757"/>
              </p:ext>
            </p:extLst>
          </p:nvPr>
        </p:nvGraphicFramePr>
        <p:xfrm>
          <a:off x="628650" y="1926266"/>
          <a:ext cx="78867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9586"/>
    </mc:Choice>
    <mc:Fallback xmlns="">
      <p:transition spd="slow" advTm="79586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256032"/>
            <a:ext cx="7879842" cy="1014984"/>
          </a:xfrm>
        </p:spPr>
        <p:txBody>
          <a:bodyPr anchor="b">
            <a:normAutofit/>
          </a:bodyPr>
          <a:lstStyle/>
          <a:p>
            <a:r>
              <a:t>Problem Statement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1634502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1538176"/>
            <a:ext cx="1405092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D10E93D-DC00-1B82-86CF-681CF91DAB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7163013"/>
              </p:ext>
            </p:extLst>
          </p:nvPr>
        </p:nvGraphicFramePr>
        <p:xfrm>
          <a:off x="628650" y="1926266"/>
          <a:ext cx="78867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8988"/>
    </mc:Choice>
    <mc:Fallback xmlns="">
      <p:transition spd="slow" advTm="78988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256032"/>
            <a:ext cx="7879842" cy="1014984"/>
          </a:xfrm>
        </p:spPr>
        <p:txBody>
          <a:bodyPr anchor="b">
            <a:normAutofit/>
          </a:bodyPr>
          <a:lstStyle/>
          <a:p>
            <a:r>
              <a:t>Objectives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1634502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1538176"/>
            <a:ext cx="1405092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4397327-ADF7-C4BE-1D22-74CBC95B2F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2998799"/>
              </p:ext>
            </p:extLst>
          </p:nvPr>
        </p:nvGraphicFramePr>
        <p:xfrm>
          <a:off x="628650" y="1926266"/>
          <a:ext cx="78867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3258"/>
    </mc:Choice>
    <mc:Fallback xmlns="">
      <p:transition spd="slow" advTm="63258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256032"/>
            <a:ext cx="7879842" cy="1014984"/>
          </a:xfrm>
        </p:spPr>
        <p:txBody>
          <a:bodyPr anchor="b">
            <a:normAutofit/>
          </a:bodyPr>
          <a:lstStyle/>
          <a:p>
            <a:r>
              <a:t>Methodology Overview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1634502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1538176"/>
            <a:ext cx="1405092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2D11675-9184-90F5-ECEB-9BCBF9A491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946046"/>
              </p:ext>
            </p:extLst>
          </p:nvPr>
        </p:nvGraphicFramePr>
        <p:xfrm>
          <a:off x="628650" y="1926266"/>
          <a:ext cx="78867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7692"/>
    </mc:Choice>
    <mc:Fallback xmlns="">
      <p:transition spd="slow" advTm="77692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256032"/>
            <a:ext cx="7879842" cy="1014984"/>
          </a:xfrm>
        </p:spPr>
        <p:txBody>
          <a:bodyPr anchor="b">
            <a:normAutofit/>
          </a:bodyPr>
          <a:lstStyle/>
          <a:p>
            <a:r>
              <a:t>Data Collection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1634502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1538176"/>
            <a:ext cx="1405092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3661606-A8D6-152E-590D-CAF5378FED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4033879"/>
              </p:ext>
            </p:extLst>
          </p:nvPr>
        </p:nvGraphicFramePr>
        <p:xfrm>
          <a:off x="628650" y="1926266"/>
          <a:ext cx="78867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6565"/>
    </mc:Choice>
    <mc:Fallback xmlns="">
      <p:transition spd="slow" advTm="66565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1D377EB-C9D2-4ED0-86A6-740A297E3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685800"/>
            <a:ext cx="7879842" cy="1157005"/>
          </a:xfrm>
        </p:spPr>
        <p:txBody>
          <a:bodyPr anchor="b">
            <a:normAutofit/>
          </a:bodyPr>
          <a:lstStyle/>
          <a:p>
            <a:r>
              <a:rPr lang="en-US" sz="4200"/>
              <a:t>Model Training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6346BE-FDB4-4772-A696-0719490AB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21817" y="122104"/>
            <a:ext cx="146304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92FFCE-0C90-454E-AA25-D4EE9A6C3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0936" y="1958056"/>
            <a:ext cx="787984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5DFA09B-1916-DB8E-FB02-157675F639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939153"/>
              </p:ext>
            </p:extLst>
          </p:nvPr>
        </p:nvGraphicFramePr>
        <p:xfrm>
          <a:off x="628650" y="2295252"/>
          <a:ext cx="7879842" cy="38769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0201"/>
    </mc:Choice>
    <mc:Fallback xmlns="">
      <p:transition spd="slow" advTm="7020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ACC6BB2-28F8-4405-829D-0562733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5C2E53F0-AD54-4A55-99A0-EC896CE3C2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1899601"/>
          </a:xfrm>
          <a:custGeom>
            <a:avLst/>
            <a:gdLst>
              <a:gd name="connsiteX0" fmla="*/ 0 w 12188952"/>
              <a:gd name="connsiteY0" fmla="*/ 0 h 1899601"/>
              <a:gd name="connsiteX1" fmla="*/ 12188952 w 12188952"/>
              <a:gd name="connsiteY1" fmla="*/ 0 h 1899601"/>
              <a:gd name="connsiteX2" fmla="*/ 12188952 w 12188952"/>
              <a:gd name="connsiteY2" fmla="*/ 1635106 h 1899601"/>
              <a:gd name="connsiteX3" fmla="*/ 11356325 w 12188952"/>
              <a:gd name="connsiteY3" fmla="*/ 1707615 h 1899601"/>
              <a:gd name="connsiteX4" fmla="*/ 6096001 w 12188952"/>
              <a:gd name="connsiteY4" fmla="*/ 1899601 h 1899601"/>
              <a:gd name="connsiteX5" fmla="*/ 835678 w 12188952"/>
              <a:gd name="connsiteY5" fmla="*/ 1707615 h 1899601"/>
              <a:gd name="connsiteX6" fmla="*/ 0 w 12188952"/>
              <a:gd name="connsiteY6" fmla="*/ 1634841 h 1899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88952" h="1899601">
                <a:moveTo>
                  <a:pt x="0" y="0"/>
                </a:moveTo>
                <a:lnTo>
                  <a:pt x="12188952" y="0"/>
                </a:lnTo>
                <a:lnTo>
                  <a:pt x="12188952" y="1635106"/>
                </a:lnTo>
                <a:lnTo>
                  <a:pt x="11356325" y="1707615"/>
                </a:lnTo>
                <a:cubicBezTo>
                  <a:pt x="9739512" y="1831240"/>
                  <a:pt x="7961919" y="1899601"/>
                  <a:pt x="6096001" y="1899601"/>
                </a:cubicBezTo>
                <a:cubicBezTo>
                  <a:pt x="4230084" y="1899601"/>
                  <a:pt x="2452490" y="1831240"/>
                  <a:pt x="835678" y="1707615"/>
                </a:cubicBezTo>
                <a:lnTo>
                  <a:pt x="0" y="1634841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15F19F8-85EE-477A-ACBA-4B6D06978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1890722"/>
          </a:xfrm>
          <a:custGeom>
            <a:avLst/>
            <a:gdLst>
              <a:gd name="connsiteX0" fmla="*/ 0 w 12192000"/>
              <a:gd name="connsiteY0" fmla="*/ 0 h 1890722"/>
              <a:gd name="connsiteX1" fmla="*/ 12192000 w 12192000"/>
              <a:gd name="connsiteY1" fmla="*/ 0 h 1890722"/>
              <a:gd name="connsiteX2" fmla="*/ 12192000 w 12192000"/>
              <a:gd name="connsiteY2" fmla="*/ 1626227 h 1890722"/>
              <a:gd name="connsiteX3" fmla="*/ 11359165 w 12192000"/>
              <a:gd name="connsiteY3" fmla="*/ 1698736 h 1890722"/>
              <a:gd name="connsiteX4" fmla="*/ 6097526 w 12192000"/>
              <a:gd name="connsiteY4" fmla="*/ 1890722 h 1890722"/>
              <a:gd name="connsiteX5" fmla="*/ 835887 w 12192000"/>
              <a:gd name="connsiteY5" fmla="*/ 1698736 h 1890722"/>
              <a:gd name="connsiteX6" fmla="*/ 0 w 12192000"/>
              <a:gd name="connsiteY6" fmla="*/ 1625962 h 1890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890722">
                <a:moveTo>
                  <a:pt x="0" y="0"/>
                </a:moveTo>
                <a:lnTo>
                  <a:pt x="12192000" y="0"/>
                </a:lnTo>
                <a:lnTo>
                  <a:pt x="12192000" y="1626227"/>
                </a:lnTo>
                <a:lnTo>
                  <a:pt x="11359165" y="1698736"/>
                </a:lnTo>
                <a:cubicBezTo>
                  <a:pt x="9741947" y="1822361"/>
                  <a:pt x="7963910" y="1890722"/>
                  <a:pt x="6097526" y="1890722"/>
                </a:cubicBezTo>
                <a:cubicBezTo>
                  <a:pt x="4231142" y="1890722"/>
                  <a:pt x="2453104" y="1822361"/>
                  <a:pt x="835887" y="1698736"/>
                </a:cubicBezTo>
                <a:lnTo>
                  <a:pt x="0" y="1625962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53397"/>
            <a:ext cx="7886700" cy="1273233"/>
          </a:xfrm>
        </p:spPr>
        <p:txBody>
          <a:bodyPr>
            <a:normAutofit/>
          </a:bodyPr>
          <a:lstStyle/>
          <a:p>
            <a:r>
              <a:rPr lang="en-US" sz="3500"/>
              <a:t>System Pipeline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2C3387C-D24F-4737-8A37-1DC5CFF09C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7970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7BB5473-FAA1-69A7-D578-E0DFFBFA55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3507918"/>
              </p:ext>
            </p:extLst>
          </p:nvPr>
        </p:nvGraphicFramePr>
        <p:xfrm>
          <a:off x="628650" y="2184158"/>
          <a:ext cx="7886700" cy="40611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7690"/>
    </mc:Choice>
    <mc:Fallback xmlns="">
      <p:transition spd="slow" advTm="6769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ACC6BB2-28F8-4405-829D-0562733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5C2E53F0-AD54-4A55-99A0-EC896CE3C2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1899601"/>
          </a:xfrm>
          <a:custGeom>
            <a:avLst/>
            <a:gdLst>
              <a:gd name="connsiteX0" fmla="*/ 0 w 12188952"/>
              <a:gd name="connsiteY0" fmla="*/ 0 h 1899601"/>
              <a:gd name="connsiteX1" fmla="*/ 12188952 w 12188952"/>
              <a:gd name="connsiteY1" fmla="*/ 0 h 1899601"/>
              <a:gd name="connsiteX2" fmla="*/ 12188952 w 12188952"/>
              <a:gd name="connsiteY2" fmla="*/ 1635106 h 1899601"/>
              <a:gd name="connsiteX3" fmla="*/ 11356325 w 12188952"/>
              <a:gd name="connsiteY3" fmla="*/ 1707615 h 1899601"/>
              <a:gd name="connsiteX4" fmla="*/ 6096001 w 12188952"/>
              <a:gd name="connsiteY4" fmla="*/ 1899601 h 1899601"/>
              <a:gd name="connsiteX5" fmla="*/ 835678 w 12188952"/>
              <a:gd name="connsiteY5" fmla="*/ 1707615 h 1899601"/>
              <a:gd name="connsiteX6" fmla="*/ 0 w 12188952"/>
              <a:gd name="connsiteY6" fmla="*/ 1634841 h 1899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88952" h="1899601">
                <a:moveTo>
                  <a:pt x="0" y="0"/>
                </a:moveTo>
                <a:lnTo>
                  <a:pt x="12188952" y="0"/>
                </a:lnTo>
                <a:lnTo>
                  <a:pt x="12188952" y="1635106"/>
                </a:lnTo>
                <a:lnTo>
                  <a:pt x="11356325" y="1707615"/>
                </a:lnTo>
                <a:cubicBezTo>
                  <a:pt x="9739512" y="1831240"/>
                  <a:pt x="7961919" y="1899601"/>
                  <a:pt x="6096001" y="1899601"/>
                </a:cubicBezTo>
                <a:cubicBezTo>
                  <a:pt x="4230084" y="1899601"/>
                  <a:pt x="2452490" y="1831240"/>
                  <a:pt x="835678" y="1707615"/>
                </a:cubicBezTo>
                <a:lnTo>
                  <a:pt x="0" y="1634841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15F19F8-85EE-477A-ACBA-4B6D06978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1890722"/>
          </a:xfrm>
          <a:custGeom>
            <a:avLst/>
            <a:gdLst>
              <a:gd name="connsiteX0" fmla="*/ 0 w 12192000"/>
              <a:gd name="connsiteY0" fmla="*/ 0 h 1890722"/>
              <a:gd name="connsiteX1" fmla="*/ 12192000 w 12192000"/>
              <a:gd name="connsiteY1" fmla="*/ 0 h 1890722"/>
              <a:gd name="connsiteX2" fmla="*/ 12192000 w 12192000"/>
              <a:gd name="connsiteY2" fmla="*/ 1626227 h 1890722"/>
              <a:gd name="connsiteX3" fmla="*/ 11359165 w 12192000"/>
              <a:gd name="connsiteY3" fmla="*/ 1698736 h 1890722"/>
              <a:gd name="connsiteX4" fmla="*/ 6097526 w 12192000"/>
              <a:gd name="connsiteY4" fmla="*/ 1890722 h 1890722"/>
              <a:gd name="connsiteX5" fmla="*/ 835887 w 12192000"/>
              <a:gd name="connsiteY5" fmla="*/ 1698736 h 1890722"/>
              <a:gd name="connsiteX6" fmla="*/ 0 w 12192000"/>
              <a:gd name="connsiteY6" fmla="*/ 1625962 h 1890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890722">
                <a:moveTo>
                  <a:pt x="0" y="0"/>
                </a:moveTo>
                <a:lnTo>
                  <a:pt x="12192000" y="0"/>
                </a:lnTo>
                <a:lnTo>
                  <a:pt x="12192000" y="1626227"/>
                </a:lnTo>
                <a:lnTo>
                  <a:pt x="11359165" y="1698736"/>
                </a:lnTo>
                <a:cubicBezTo>
                  <a:pt x="9741947" y="1822361"/>
                  <a:pt x="7963910" y="1890722"/>
                  <a:pt x="6097526" y="1890722"/>
                </a:cubicBezTo>
                <a:cubicBezTo>
                  <a:pt x="4231142" y="1890722"/>
                  <a:pt x="2453104" y="1822361"/>
                  <a:pt x="835887" y="1698736"/>
                </a:cubicBezTo>
                <a:lnTo>
                  <a:pt x="0" y="1625962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53397"/>
            <a:ext cx="7886700" cy="1273233"/>
          </a:xfrm>
        </p:spPr>
        <p:txBody>
          <a:bodyPr>
            <a:normAutofit/>
          </a:bodyPr>
          <a:lstStyle/>
          <a:p>
            <a:r>
              <a:rPr lang="en-US" sz="3500" dirty="0"/>
              <a:t>Experiments &amp; Results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2C3387C-D24F-4737-8A37-1DC5CFF09C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7970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4C5A420-92B5-03C0-643A-E1114A71A6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3992622"/>
              </p:ext>
            </p:extLst>
          </p:nvPr>
        </p:nvGraphicFramePr>
        <p:xfrm>
          <a:off x="628650" y="2184158"/>
          <a:ext cx="7886700" cy="40611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8792"/>
    </mc:Choice>
    <mc:Fallback xmlns="">
      <p:transition spd="slow" advTm="58792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33E72FA3-BD00-444A-AD9B-E6C3D069CD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810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4A53D8-C114-C0B4-56D7-B6ACE20DF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557189"/>
            <a:ext cx="7886700" cy="111053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              Prediction Results Slide</a:t>
            </a:r>
          </a:p>
        </p:txBody>
      </p:sp>
      <p:pic>
        <p:nvPicPr>
          <p:cNvPr id="15" name="Picture 14" descr="A person holding up his hand">
            <a:extLst>
              <a:ext uri="{FF2B5EF4-FFF2-40B4-BE49-F238E27FC236}">
                <a16:creationId xmlns:a16="http://schemas.microsoft.com/office/drawing/2014/main" id="{DF191C54-EEE5-A8FC-A8D1-F395D2DD22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36" y="1834939"/>
            <a:ext cx="2742634" cy="2056976"/>
          </a:xfrm>
          <a:prstGeom prst="rect">
            <a:avLst/>
          </a:prstGeom>
        </p:spPr>
      </p:pic>
      <p:pic>
        <p:nvPicPr>
          <p:cNvPr id="5" name="Content Placeholder 4" descr="A person holding a hand up&#10;&#10;AI-generated content may be incorrect.">
            <a:extLst>
              <a:ext uri="{FF2B5EF4-FFF2-40B4-BE49-F238E27FC236}">
                <a16:creationId xmlns:a16="http://schemas.microsoft.com/office/drawing/2014/main" id="{20643CB9-1A8E-5D89-41C3-B6064DC2F8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196988" y="1834939"/>
            <a:ext cx="2742634" cy="2056976"/>
          </a:xfrm>
          <a:prstGeom prst="rect">
            <a:avLst/>
          </a:prstGeom>
        </p:spPr>
      </p:pic>
      <p:pic>
        <p:nvPicPr>
          <p:cNvPr id="7" name="Picture 6" descr="A person holding up his hand&#10;&#10;AI-generated content may be incorrect.">
            <a:extLst>
              <a:ext uri="{FF2B5EF4-FFF2-40B4-BE49-F238E27FC236}">
                <a16:creationId xmlns:a16="http://schemas.microsoft.com/office/drawing/2014/main" id="{3FA8E6BE-A052-2017-2DDF-0B2DC9505E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185" y="1834939"/>
            <a:ext cx="2742634" cy="2056976"/>
          </a:xfrm>
          <a:prstGeom prst="rect">
            <a:avLst/>
          </a:prstGeom>
        </p:spPr>
      </p:pic>
      <p:pic>
        <p:nvPicPr>
          <p:cNvPr id="13" name="Picture 12" descr="A person holding up his hand&#10;&#10;AI-generated content may be incorrect.">
            <a:extLst>
              <a:ext uri="{FF2B5EF4-FFF2-40B4-BE49-F238E27FC236}">
                <a16:creationId xmlns:a16="http://schemas.microsoft.com/office/drawing/2014/main" id="{20F819F3-444B-8D35-5353-460F833231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036" y="4063630"/>
            <a:ext cx="2742634" cy="2056976"/>
          </a:xfrm>
          <a:prstGeom prst="rect">
            <a:avLst/>
          </a:prstGeom>
        </p:spPr>
      </p:pic>
      <p:pic>
        <p:nvPicPr>
          <p:cNvPr id="9" name="Picture 8" descr="A person holding up his hand&#10;&#10;AI-generated content may be incorrect.">
            <a:extLst>
              <a:ext uri="{FF2B5EF4-FFF2-40B4-BE49-F238E27FC236}">
                <a16:creationId xmlns:a16="http://schemas.microsoft.com/office/drawing/2014/main" id="{DF0889DC-FA6E-507B-6868-1696999CFB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96988" y="4063630"/>
            <a:ext cx="2742634" cy="2056976"/>
          </a:xfrm>
          <a:prstGeom prst="rect">
            <a:avLst/>
          </a:prstGeom>
        </p:spPr>
      </p:pic>
      <p:pic>
        <p:nvPicPr>
          <p:cNvPr id="11" name="Picture 10" descr="A person holding up his hand&#10;&#10;AI-generated content may be incorrect.">
            <a:extLst>
              <a:ext uri="{FF2B5EF4-FFF2-40B4-BE49-F238E27FC236}">
                <a16:creationId xmlns:a16="http://schemas.microsoft.com/office/drawing/2014/main" id="{FC3790CC-F35E-DB1E-C3C4-62C1BED68B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2005" y="4063630"/>
            <a:ext cx="2742634" cy="2056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196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5297"/>
    </mc:Choice>
    <mc:Fallback xmlns="">
      <p:transition spd="slow" advTm="95297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1D377EB-C9D2-4ED0-86A6-740A297E3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685800"/>
            <a:ext cx="7879842" cy="1157005"/>
          </a:xfrm>
        </p:spPr>
        <p:txBody>
          <a:bodyPr anchor="b">
            <a:normAutofit/>
          </a:bodyPr>
          <a:lstStyle/>
          <a:p>
            <a:r>
              <a:rPr lang="en-US" sz="4200"/>
              <a:t>Discussion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6346BE-FDB4-4772-A696-0719490AB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21817" y="122104"/>
            <a:ext cx="146304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92FFCE-0C90-454E-AA25-D4EE9A6C3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0936" y="1958056"/>
            <a:ext cx="787984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1CB4560-C78C-4F71-B73F-9D0199304E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5100732"/>
              </p:ext>
            </p:extLst>
          </p:nvPr>
        </p:nvGraphicFramePr>
        <p:xfrm>
          <a:off x="628650" y="2295252"/>
          <a:ext cx="7879842" cy="38769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5781"/>
    </mc:Choice>
    <mc:Fallback xmlns="">
      <p:transition spd="slow" advTm="6578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1D377EB-C9D2-4ED0-86A6-740A297E3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685800"/>
            <a:ext cx="7879842" cy="1157005"/>
          </a:xfrm>
        </p:spPr>
        <p:txBody>
          <a:bodyPr anchor="b">
            <a:normAutofit/>
          </a:bodyPr>
          <a:lstStyle/>
          <a:p>
            <a:r>
              <a:rPr lang="en-US" sz="4200"/>
              <a:t>Conclusion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6346BE-FDB4-4772-A696-0719490AB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21817" y="122104"/>
            <a:ext cx="146304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92FFCE-0C90-454E-AA25-D4EE9A6C3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0936" y="1958056"/>
            <a:ext cx="787984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670DDBC-678F-C890-7719-9FD4ECAB19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2656104"/>
              </p:ext>
            </p:extLst>
          </p:nvPr>
        </p:nvGraphicFramePr>
        <p:xfrm>
          <a:off x="628650" y="2295252"/>
          <a:ext cx="7879842" cy="38769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715"/>
    </mc:Choice>
    <mc:Fallback xmlns="">
      <p:transition spd="slow" advTm="45715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1D377EB-C9D2-4ED0-86A6-740A297E3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685800"/>
            <a:ext cx="7879842" cy="1157005"/>
          </a:xfrm>
        </p:spPr>
        <p:txBody>
          <a:bodyPr anchor="b">
            <a:normAutofit/>
          </a:bodyPr>
          <a:lstStyle/>
          <a:p>
            <a:r>
              <a:rPr lang="en-US" sz="4200"/>
              <a:t>Team Contributions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6346BE-FDB4-4772-A696-0719490AB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21817" y="122104"/>
            <a:ext cx="146304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92FFCE-0C90-454E-AA25-D4EE9A6C3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0936" y="1958056"/>
            <a:ext cx="787984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0EE0FCB-02C4-659C-4146-07B1669240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2644201"/>
              </p:ext>
            </p:extLst>
          </p:nvPr>
        </p:nvGraphicFramePr>
        <p:xfrm>
          <a:off x="628650" y="2295252"/>
          <a:ext cx="7879842" cy="38769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388"/>
    </mc:Choice>
    <mc:Fallback xmlns="">
      <p:transition spd="slow" advTm="49388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1D377EB-C9D2-4ED0-86A6-740A297E3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685800"/>
            <a:ext cx="7879842" cy="1157005"/>
          </a:xfrm>
        </p:spPr>
        <p:txBody>
          <a:bodyPr anchor="b">
            <a:normAutofit/>
          </a:bodyPr>
          <a:lstStyle/>
          <a:p>
            <a:r>
              <a:rPr lang="en-US" sz="4200"/>
              <a:t>References &amp; Acknowledgments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6346BE-FDB4-4772-A696-0719490AB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21817" y="122104"/>
            <a:ext cx="146304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92FFCE-0C90-454E-AA25-D4EE9A6C3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0936" y="1958056"/>
            <a:ext cx="787984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08C8CDA-0F10-9F71-BC7F-BC9C7C3488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6525610"/>
              </p:ext>
            </p:extLst>
          </p:nvPr>
        </p:nvGraphicFramePr>
        <p:xfrm>
          <a:off x="628650" y="2295252"/>
          <a:ext cx="7879842" cy="38769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4901"/>
    </mc:Choice>
    <mc:Fallback xmlns="">
      <p:transition spd="slow" advTm="44901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449C24885C4D4288ED9A8FBB92D2C9" ma:contentTypeVersion="15" ma:contentTypeDescription="Create a new document." ma:contentTypeScope="" ma:versionID="5ea74f4677a6a37061a2b47be3be93d3">
  <xsd:schema xmlns:xsd="http://www.w3.org/2001/XMLSchema" xmlns:xs="http://www.w3.org/2001/XMLSchema" xmlns:p="http://schemas.microsoft.com/office/2006/metadata/properties" xmlns:ns3="95607591-cc44-418a-885e-ed65eecc986f" xmlns:ns4="0dc4cdf3-a46a-4ebc-9f3b-402820857b56" targetNamespace="http://schemas.microsoft.com/office/2006/metadata/properties" ma:root="true" ma:fieldsID="4c6b4784a9098e1e269428ed19203cd0" ns3:_="" ns4:_="">
    <xsd:import namespace="95607591-cc44-418a-885e-ed65eecc986f"/>
    <xsd:import namespace="0dc4cdf3-a46a-4ebc-9f3b-402820857b5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LengthInSecond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607591-cc44-418a-885e-ed65eecc986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dc4cdf3-a46a-4ebc-9f3b-402820857b56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5607591-cc44-418a-885e-ed65eecc986f" xsi:nil="true"/>
  </documentManagement>
</p:properties>
</file>

<file path=customXml/itemProps1.xml><?xml version="1.0" encoding="utf-8"?>
<ds:datastoreItem xmlns:ds="http://schemas.openxmlformats.org/officeDocument/2006/customXml" ds:itemID="{A24EA1F9-2918-4C5F-8E51-CD7B313F365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424FB87-58FD-4B15-A723-0AE83D4C73E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5607591-cc44-418a-885e-ed65eecc986f"/>
    <ds:schemaRef ds:uri="0dc4cdf3-a46a-4ebc-9f3b-402820857b5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D1221A7-0690-4E9D-8C03-A2A0855AFAE6}">
  <ds:schemaRefs>
    <ds:schemaRef ds:uri="http://purl.org/dc/dcmitype/"/>
    <ds:schemaRef ds:uri="http://schemas.microsoft.com/office/2006/documentManagement/types"/>
    <ds:schemaRef ds:uri="http://purl.org/dc/elements/1.1/"/>
    <ds:schemaRef ds:uri="95607591-cc44-418a-885e-ed65eecc986f"/>
    <ds:schemaRef ds:uri="http://schemas.microsoft.com/office/2006/metadata/properties"/>
    <ds:schemaRef ds:uri="http://www.w3.org/XML/1998/namespace"/>
    <ds:schemaRef ds:uri="0dc4cdf3-a46a-4ebc-9f3b-402820857b56"/>
    <ds:schemaRef ds:uri="http://purl.org/dc/terms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621</Words>
  <Application>Microsoft Office PowerPoint</Application>
  <PresentationFormat>On-screen Show (4:3)</PresentationFormat>
  <Paragraphs>70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Handspeak Lite: A Simple Sign Language Detector</vt:lpstr>
      <vt:lpstr>Introduction</vt:lpstr>
      <vt:lpstr>Background</vt:lpstr>
      <vt:lpstr>Problem Statement</vt:lpstr>
      <vt:lpstr>Objectives</vt:lpstr>
      <vt:lpstr>Methodology Overview</vt:lpstr>
      <vt:lpstr>Data Collection</vt:lpstr>
      <vt:lpstr>Model Training</vt:lpstr>
      <vt:lpstr>System Pipeline</vt:lpstr>
      <vt:lpstr>Experiments &amp; Results</vt:lpstr>
      <vt:lpstr>               Prediction Results Slide</vt:lpstr>
      <vt:lpstr>Discussion</vt:lpstr>
      <vt:lpstr>Conclusion</vt:lpstr>
      <vt:lpstr>Team Contributions</vt:lpstr>
      <vt:lpstr>References &amp; Acknowledgments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Tharun Guntupalli</dc:creator>
  <cp:keywords/>
  <dc:description>generated using python-pptx</dc:description>
  <cp:lastModifiedBy>Tharun Guntupalli</cp:lastModifiedBy>
  <cp:revision>6</cp:revision>
  <dcterms:created xsi:type="dcterms:W3CDTF">2013-01-27T09:14:16Z</dcterms:created>
  <dcterms:modified xsi:type="dcterms:W3CDTF">2025-11-26T18:36:02Z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0x01010051449C24885C4D4288ED9A8FBB92D2C9</vt:lpwstr>
  </property>
</Properties>
</file>